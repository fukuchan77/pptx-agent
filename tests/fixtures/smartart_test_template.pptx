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2304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30A8B0-DD07-F94E-8AEA-E5A7330FB48A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32E8D6C9-0019-3E45-8B37-49240485246E}">
      <dgm:prSet phldrT="[Text]"/>
      <dgm:spPr/>
      <dgm:t>
        <a:bodyPr/>
        <a:lstStyle/>
        <a:p>
          <a:pPr>
            <a:buNone/>
          </a:pPr>
          <a:r>
            <a:rPr lang="en-US" b="0" dirty="0"/>
            <a:t>Node 1</a:t>
          </a:r>
          <a:endParaRPr lang="en-US" dirty="0"/>
        </a:p>
      </dgm:t>
    </dgm:pt>
    <dgm:pt modelId="{29487281-5CFA-5D4F-9C2C-14B6AA9141C0}" type="parTrans" cxnId="{9EFFF694-484B-EF45-A43F-41EFEA7CA661}">
      <dgm:prSet/>
      <dgm:spPr/>
      <dgm:t>
        <a:bodyPr/>
        <a:lstStyle/>
        <a:p>
          <a:endParaRPr lang="en-US"/>
        </a:p>
      </dgm:t>
    </dgm:pt>
    <dgm:pt modelId="{36CB5FBD-DD97-B246-B44E-990FC533C6C3}" type="sibTrans" cxnId="{9EFFF694-484B-EF45-A43F-41EFEA7CA661}">
      <dgm:prSet/>
      <dgm:spPr/>
      <dgm:t>
        <a:bodyPr/>
        <a:lstStyle/>
        <a:p>
          <a:endParaRPr lang="en-US"/>
        </a:p>
      </dgm:t>
    </dgm:pt>
    <dgm:pt modelId="{9DFBD883-C7E5-F645-8E23-74CEFEDF4777}">
      <dgm:prSet phldrT="[Text]"/>
      <dgm:spPr/>
      <dgm:t>
        <a:bodyPr/>
        <a:lstStyle/>
        <a:p>
          <a:pPr>
            <a:buNone/>
          </a:pPr>
          <a:r>
            <a:rPr lang="en-US" b="0" dirty="0"/>
            <a:t>Node 2</a:t>
          </a:r>
          <a:endParaRPr lang="en-US" dirty="0"/>
        </a:p>
      </dgm:t>
    </dgm:pt>
    <dgm:pt modelId="{280FEB15-E7AD-5A4A-BC0A-DE1A3B01231C}" type="parTrans" cxnId="{9743B0CC-59D4-DF43-A7FC-427F077B8782}">
      <dgm:prSet/>
      <dgm:spPr/>
      <dgm:t>
        <a:bodyPr/>
        <a:lstStyle/>
        <a:p>
          <a:endParaRPr lang="en-US"/>
        </a:p>
      </dgm:t>
    </dgm:pt>
    <dgm:pt modelId="{F1136766-90E6-914B-BEC5-7331F12102D8}" type="sibTrans" cxnId="{9743B0CC-59D4-DF43-A7FC-427F077B8782}">
      <dgm:prSet/>
      <dgm:spPr/>
      <dgm:t>
        <a:bodyPr/>
        <a:lstStyle/>
        <a:p>
          <a:endParaRPr lang="en-US"/>
        </a:p>
      </dgm:t>
    </dgm:pt>
    <dgm:pt modelId="{BE9E50F5-40DD-AE41-96EF-4A25FB14E50A}">
      <dgm:prSet phldrT="[Text]"/>
      <dgm:spPr/>
      <dgm:t>
        <a:bodyPr/>
        <a:lstStyle/>
        <a:p>
          <a:pPr>
            <a:buNone/>
          </a:pPr>
          <a:r>
            <a:rPr lang="en-US" b="0" dirty="0"/>
            <a:t>Node 3</a:t>
          </a:r>
          <a:endParaRPr lang="en-US" dirty="0"/>
        </a:p>
      </dgm:t>
    </dgm:pt>
    <dgm:pt modelId="{05BBC3A8-1341-0743-8C8C-9D619246FEB4}" type="parTrans" cxnId="{F99C18D8-2D6C-4F41-BABF-7EB7089BE9FF}">
      <dgm:prSet/>
      <dgm:spPr/>
      <dgm:t>
        <a:bodyPr/>
        <a:lstStyle/>
        <a:p>
          <a:endParaRPr lang="en-US"/>
        </a:p>
      </dgm:t>
    </dgm:pt>
    <dgm:pt modelId="{4FF042ED-2F55-8041-80BC-768FFF758801}" type="sibTrans" cxnId="{F99C18D8-2D6C-4F41-BABF-7EB7089BE9FF}">
      <dgm:prSet/>
      <dgm:spPr/>
      <dgm:t>
        <a:bodyPr/>
        <a:lstStyle/>
        <a:p>
          <a:endParaRPr lang="en-US"/>
        </a:p>
      </dgm:t>
    </dgm:pt>
    <dgm:pt modelId="{E3DC8E5E-91B6-E040-AD64-1D5E29B84948}" type="pres">
      <dgm:prSet presAssocID="{D730A8B0-DD07-F94E-8AEA-E5A7330FB48A}" presName="Name0" presStyleCnt="0">
        <dgm:presLayoutVars>
          <dgm:dir/>
          <dgm:resizeHandles val="exact"/>
        </dgm:presLayoutVars>
      </dgm:prSet>
      <dgm:spPr/>
    </dgm:pt>
    <dgm:pt modelId="{E8BFFD19-8742-4448-B624-E7D72EBB5248}" type="pres">
      <dgm:prSet presAssocID="{32E8D6C9-0019-3E45-8B37-49240485246E}" presName="node" presStyleLbl="node1" presStyleIdx="0" presStyleCnt="3" custScaleX="99728">
        <dgm:presLayoutVars>
          <dgm:bulletEnabled val="1"/>
        </dgm:presLayoutVars>
      </dgm:prSet>
      <dgm:spPr/>
    </dgm:pt>
    <dgm:pt modelId="{09CEA58C-3B9F-CC4B-9831-2F60CD5791B0}" type="pres">
      <dgm:prSet presAssocID="{36CB5FBD-DD97-B246-B44E-990FC533C6C3}" presName="sibTrans" presStyleLbl="sibTrans2D1" presStyleIdx="0" presStyleCnt="2"/>
      <dgm:spPr/>
    </dgm:pt>
    <dgm:pt modelId="{D112148F-5936-3248-BBF7-94BDDF675FB7}" type="pres">
      <dgm:prSet presAssocID="{36CB5FBD-DD97-B246-B44E-990FC533C6C3}" presName="connectorText" presStyleLbl="sibTrans2D1" presStyleIdx="0" presStyleCnt="2"/>
      <dgm:spPr/>
    </dgm:pt>
    <dgm:pt modelId="{F64DF585-124F-5E4F-B62C-C6358FEE5F05}" type="pres">
      <dgm:prSet presAssocID="{9DFBD883-C7E5-F645-8E23-74CEFEDF4777}" presName="node" presStyleLbl="node1" presStyleIdx="1" presStyleCnt="3" custScaleX="99728">
        <dgm:presLayoutVars>
          <dgm:bulletEnabled val="1"/>
        </dgm:presLayoutVars>
      </dgm:prSet>
      <dgm:spPr/>
    </dgm:pt>
    <dgm:pt modelId="{6303B09F-CAB5-8B4A-9531-B7E0FF18AD19}" type="pres">
      <dgm:prSet presAssocID="{F1136766-90E6-914B-BEC5-7331F12102D8}" presName="sibTrans" presStyleLbl="sibTrans2D1" presStyleIdx="1" presStyleCnt="2"/>
      <dgm:spPr/>
    </dgm:pt>
    <dgm:pt modelId="{D96F90E2-CC00-6D4C-A244-000FE9F9A3F5}" type="pres">
      <dgm:prSet presAssocID="{F1136766-90E6-914B-BEC5-7331F12102D8}" presName="connectorText" presStyleLbl="sibTrans2D1" presStyleIdx="1" presStyleCnt="2"/>
      <dgm:spPr/>
    </dgm:pt>
    <dgm:pt modelId="{369619EA-BDD1-094D-82F0-A72F8E9A1D6C}" type="pres">
      <dgm:prSet presAssocID="{BE9E50F5-40DD-AE41-96EF-4A25FB14E50A}" presName="node" presStyleLbl="node1" presStyleIdx="2" presStyleCnt="3" custScaleX="99543">
        <dgm:presLayoutVars>
          <dgm:bulletEnabled val="1"/>
        </dgm:presLayoutVars>
      </dgm:prSet>
      <dgm:spPr/>
    </dgm:pt>
  </dgm:ptLst>
  <dgm:cxnLst>
    <dgm:cxn modelId="{D88C8113-9935-A343-83C2-169DA701DD44}" type="presOf" srcId="{36CB5FBD-DD97-B246-B44E-990FC533C6C3}" destId="{09CEA58C-3B9F-CC4B-9831-2F60CD5791B0}" srcOrd="0" destOrd="0" presId="urn:microsoft.com/office/officeart/2005/8/layout/process1"/>
    <dgm:cxn modelId="{8EA9B130-5E96-0041-81B2-6AB3260A115A}" type="presOf" srcId="{36CB5FBD-DD97-B246-B44E-990FC533C6C3}" destId="{D112148F-5936-3248-BBF7-94BDDF675FB7}" srcOrd="1" destOrd="0" presId="urn:microsoft.com/office/officeart/2005/8/layout/process1"/>
    <dgm:cxn modelId="{63B60139-F178-3B45-93A9-64861C743B37}" type="presOf" srcId="{BE9E50F5-40DD-AE41-96EF-4A25FB14E50A}" destId="{369619EA-BDD1-094D-82F0-A72F8E9A1D6C}" srcOrd="0" destOrd="0" presId="urn:microsoft.com/office/officeart/2005/8/layout/process1"/>
    <dgm:cxn modelId="{CF00C447-9474-9848-893C-D667934DAC9E}" type="presOf" srcId="{D730A8B0-DD07-F94E-8AEA-E5A7330FB48A}" destId="{E3DC8E5E-91B6-E040-AD64-1D5E29B84948}" srcOrd="0" destOrd="0" presId="urn:microsoft.com/office/officeart/2005/8/layout/process1"/>
    <dgm:cxn modelId="{50D4D24E-7111-A045-9C3A-2421C4A524D3}" type="presOf" srcId="{F1136766-90E6-914B-BEC5-7331F12102D8}" destId="{D96F90E2-CC00-6D4C-A244-000FE9F9A3F5}" srcOrd="1" destOrd="0" presId="urn:microsoft.com/office/officeart/2005/8/layout/process1"/>
    <dgm:cxn modelId="{E57FE77E-3256-9343-A25B-4E176AA33D01}" type="presOf" srcId="{F1136766-90E6-914B-BEC5-7331F12102D8}" destId="{6303B09F-CAB5-8B4A-9531-B7E0FF18AD19}" srcOrd="0" destOrd="0" presId="urn:microsoft.com/office/officeart/2005/8/layout/process1"/>
    <dgm:cxn modelId="{597BBE83-6AFB-0847-8284-F9DB4393224B}" type="presOf" srcId="{32E8D6C9-0019-3E45-8B37-49240485246E}" destId="{E8BFFD19-8742-4448-B624-E7D72EBB5248}" srcOrd="0" destOrd="0" presId="urn:microsoft.com/office/officeart/2005/8/layout/process1"/>
    <dgm:cxn modelId="{9EFFF694-484B-EF45-A43F-41EFEA7CA661}" srcId="{D730A8B0-DD07-F94E-8AEA-E5A7330FB48A}" destId="{32E8D6C9-0019-3E45-8B37-49240485246E}" srcOrd="0" destOrd="0" parTransId="{29487281-5CFA-5D4F-9C2C-14B6AA9141C0}" sibTransId="{36CB5FBD-DD97-B246-B44E-990FC533C6C3}"/>
    <dgm:cxn modelId="{9743B0CC-59D4-DF43-A7FC-427F077B8782}" srcId="{D730A8B0-DD07-F94E-8AEA-E5A7330FB48A}" destId="{9DFBD883-C7E5-F645-8E23-74CEFEDF4777}" srcOrd="1" destOrd="0" parTransId="{280FEB15-E7AD-5A4A-BC0A-DE1A3B01231C}" sibTransId="{F1136766-90E6-914B-BEC5-7331F12102D8}"/>
    <dgm:cxn modelId="{F99C18D8-2D6C-4F41-BABF-7EB7089BE9FF}" srcId="{D730A8B0-DD07-F94E-8AEA-E5A7330FB48A}" destId="{BE9E50F5-40DD-AE41-96EF-4A25FB14E50A}" srcOrd="2" destOrd="0" parTransId="{05BBC3A8-1341-0743-8C8C-9D619246FEB4}" sibTransId="{4FF042ED-2F55-8041-80BC-768FFF758801}"/>
    <dgm:cxn modelId="{B55C1BF0-9798-494B-AC41-AB886D1C3C01}" type="presOf" srcId="{9DFBD883-C7E5-F645-8E23-74CEFEDF4777}" destId="{F64DF585-124F-5E4F-B62C-C6358FEE5F05}" srcOrd="0" destOrd="0" presId="urn:microsoft.com/office/officeart/2005/8/layout/process1"/>
    <dgm:cxn modelId="{E7641044-128B-214A-8251-57A7DFDF377E}" type="presParOf" srcId="{E3DC8E5E-91B6-E040-AD64-1D5E29B84948}" destId="{E8BFFD19-8742-4448-B624-E7D72EBB5248}" srcOrd="0" destOrd="0" presId="urn:microsoft.com/office/officeart/2005/8/layout/process1"/>
    <dgm:cxn modelId="{8C7762F9-7170-FB4F-BCA3-69DE825D8613}" type="presParOf" srcId="{E3DC8E5E-91B6-E040-AD64-1D5E29B84948}" destId="{09CEA58C-3B9F-CC4B-9831-2F60CD5791B0}" srcOrd="1" destOrd="0" presId="urn:microsoft.com/office/officeart/2005/8/layout/process1"/>
    <dgm:cxn modelId="{16F1408E-DADB-1B4D-92E2-6847C349C698}" type="presParOf" srcId="{09CEA58C-3B9F-CC4B-9831-2F60CD5791B0}" destId="{D112148F-5936-3248-BBF7-94BDDF675FB7}" srcOrd="0" destOrd="0" presId="urn:microsoft.com/office/officeart/2005/8/layout/process1"/>
    <dgm:cxn modelId="{4445EA8B-FC05-F140-9B17-CF541D6B44DB}" type="presParOf" srcId="{E3DC8E5E-91B6-E040-AD64-1D5E29B84948}" destId="{F64DF585-124F-5E4F-B62C-C6358FEE5F05}" srcOrd="2" destOrd="0" presId="urn:microsoft.com/office/officeart/2005/8/layout/process1"/>
    <dgm:cxn modelId="{BB478C37-496E-A94B-9875-972FF892E1ED}" type="presParOf" srcId="{E3DC8E5E-91B6-E040-AD64-1D5E29B84948}" destId="{6303B09F-CAB5-8B4A-9531-B7E0FF18AD19}" srcOrd="3" destOrd="0" presId="urn:microsoft.com/office/officeart/2005/8/layout/process1"/>
    <dgm:cxn modelId="{86DA2CFE-4AF4-5A4F-A66B-60468AFDE45C}" type="presParOf" srcId="{6303B09F-CAB5-8B4A-9531-B7E0FF18AD19}" destId="{D96F90E2-CC00-6D4C-A244-000FE9F9A3F5}" srcOrd="0" destOrd="0" presId="urn:microsoft.com/office/officeart/2005/8/layout/process1"/>
    <dgm:cxn modelId="{74853B58-3807-BB44-98C3-A19EE48E114B}" type="presParOf" srcId="{E3DC8E5E-91B6-E040-AD64-1D5E29B84948}" destId="{369619EA-BDD1-094D-82F0-A72F8E9A1D6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FD3508-7C89-5B4F-B3EF-7E27D4B0CACD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D12DFB-2B6E-CF45-9B4F-D3580E0A17A8}">
      <dgm:prSet phldrT="[Text]"/>
      <dgm:spPr/>
      <dgm:t>
        <a:bodyPr/>
        <a:lstStyle/>
        <a:p>
          <a:pPr>
            <a:buNone/>
          </a:pPr>
          <a:r>
            <a:rPr lang="en-US" b="0" dirty="0"/>
            <a:t>CEO</a:t>
          </a:r>
          <a:endParaRPr lang="en-US" dirty="0"/>
        </a:p>
      </dgm:t>
    </dgm:pt>
    <dgm:pt modelId="{AE4D2813-3425-9B42-B863-355DAFACDF6C}" type="parTrans" cxnId="{83048359-44BF-6F40-B65E-9965318B0918}">
      <dgm:prSet/>
      <dgm:spPr/>
      <dgm:t>
        <a:bodyPr/>
        <a:lstStyle/>
        <a:p>
          <a:endParaRPr lang="en-US"/>
        </a:p>
      </dgm:t>
    </dgm:pt>
    <dgm:pt modelId="{EFEF2E19-39B4-9340-8A02-5E9DA52A28AC}" type="sibTrans" cxnId="{83048359-44BF-6F40-B65E-9965318B0918}">
      <dgm:prSet/>
      <dgm:spPr/>
      <dgm:t>
        <a:bodyPr/>
        <a:lstStyle/>
        <a:p>
          <a:endParaRPr lang="en-US"/>
        </a:p>
      </dgm:t>
    </dgm:pt>
    <dgm:pt modelId="{0A851B25-3EF6-C742-975B-968F221A3840}">
      <dgm:prSet phldrT="[Text]"/>
      <dgm:spPr/>
      <dgm:t>
        <a:bodyPr/>
        <a:lstStyle/>
        <a:p>
          <a:pPr>
            <a:buNone/>
          </a:pPr>
          <a:r>
            <a:rPr lang="en-US" b="0" dirty="0"/>
            <a:t>VP Sales</a:t>
          </a:r>
          <a:endParaRPr lang="en-US" dirty="0"/>
        </a:p>
      </dgm:t>
    </dgm:pt>
    <dgm:pt modelId="{AC2F97B7-7521-804B-86DF-65B625547088}" type="parTrans" cxnId="{2676B40F-4F1E-A342-A34C-A5F5C2C348C9}">
      <dgm:prSet/>
      <dgm:spPr/>
      <dgm:t>
        <a:bodyPr/>
        <a:lstStyle/>
        <a:p>
          <a:endParaRPr lang="en-US"/>
        </a:p>
      </dgm:t>
    </dgm:pt>
    <dgm:pt modelId="{D9B32AD4-D934-FB47-BF64-69A7F9BF921E}" type="sibTrans" cxnId="{2676B40F-4F1E-A342-A34C-A5F5C2C348C9}">
      <dgm:prSet/>
      <dgm:spPr/>
      <dgm:t>
        <a:bodyPr/>
        <a:lstStyle/>
        <a:p>
          <a:endParaRPr lang="en-US"/>
        </a:p>
      </dgm:t>
    </dgm:pt>
    <dgm:pt modelId="{842EA65C-A888-A943-9280-08D0F4FAFA04}">
      <dgm:prSet phldrT="[Text]"/>
      <dgm:spPr/>
      <dgm:t>
        <a:bodyPr/>
        <a:lstStyle/>
        <a:p>
          <a:pPr>
            <a:buNone/>
          </a:pPr>
          <a:r>
            <a:rPr lang="en-US" b="0" dirty="0"/>
            <a:t>VP Engineering</a:t>
          </a:r>
          <a:endParaRPr lang="en-US" dirty="0"/>
        </a:p>
      </dgm:t>
    </dgm:pt>
    <dgm:pt modelId="{04649502-C53E-4C44-B48A-D61601BC68D7}" type="parTrans" cxnId="{7A756C1B-D1F8-644C-B9BB-DFBCAA8818BC}">
      <dgm:prSet/>
      <dgm:spPr/>
      <dgm:t>
        <a:bodyPr/>
        <a:lstStyle/>
        <a:p>
          <a:endParaRPr lang="en-US"/>
        </a:p>
      </dgm:t>
    </dgm:pt>
    <dgm:pt modelId="{C99C12A4-98F4-984E-BC1B-7733C6435312}" type="sibTrans" cxnId="{7A756C1B-D1F8-644C-B9BB-DFBCAA8818BC}">
      <dgm:prSet/>
      <dgm:spPr/>
      <dgm:t>
        <a:bodyPr/>
        <a:lstStyle/>
        <a:p>
          <a:endParaRPr lang="en-US"/>
        </a:p>
      </dgm:t>
    </dgm:pt>
    <dgm:pt modelId="{BC7377B5-FD8A-9C45-95E6-9E770AFFA2FC}" type="pres">
      <dgm:prSet presAssocID="{11FD3508-7C89-5B4F-B3EF-7E27D4B0CAC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80704EF-DDB0-0444-8C5F-E7836FA56382}" type="pres">
      <dgm:prSet presAssocID="{1CD12DFB-2B6E-CF45-9B4F-D3580E0A17A8}" presName="hierRoot1" presStyleCnt="0">
        <dgm:presLayoutVars>
          <dgm:hierBranch val="init"/>
        </dgm:presLayoutVars>
      </dgm:prSet>
      <dgm:spPr/>
    </dgm:pt>
    <dgm:pt modelId="{6C7D2ED0-2FFD-CF42-BB2B-E5165F0FB7C8}" type="pres">
      <dgm:prSet presAssocID="{1CD12DFB-2B6E-CF45-9B4F-D3580E0A17A8}" presName="rootComposite1" presStyleCnt="0"/>
      <dgm:spPr/>
    </dgm:pt>
    <dgm:pt modelId="{8587D39A-7B40-9646-8E1C-88F23007C96A}" type="pres">
      <dgm:prSet presAssocID="{1CD12DFB-2B6E-CF45-9B4F-D3580E0A17A8}" presName="rootText1" presStyleLbl="node0" presStyleIdx="0" presStyleCnt="1">
        <dgm:presLayoutVars>
          <dgm:chPref val="3"/>
        </dgm:presLayoutVars>
      </dgm:prSet>
      <dgm:spPr/>
    </dgm:pt>
    <dgm:pt modelId="{7548367A-DDDB-6F47-BFFA-B3AA93471629}" type="pres">
      <dgm:prSet presAssocID="{1CD12DFB-2B6E-CF45-9B4F-D3580E0A17A8}" presName="rootConnector1" presStyleLbl="node1" presStyleIdx="0" presStyleCnt="0"/>
      <dgm:spPr/>
    </dgm:pt>
    <dgm:pt modelId="{5C5B3EFF-0E1E-7D4F-80AB-8996286945FA}" type="pres">
      <dgm:prSet presAssocID="{1CD12DFB-2B6E-CF45-9B4F-D3580E0A17A8}" presName="hierChild2" presStyleCnt="0"/>
      <dgm:spPr/>
    </dgm:pt>
    <dgm:pt modelId="{1426F31B-35AB-854A-9C88-1427F5A0B180}" type="pres">
      <dgm:prSet presAssocID="{AC2F97B7-7521-804B-86DF-65B625547088}" presName="Name37" presStyleLbl="parChTrans1D2" presStyleIdx="0" presStyleCnt="2"/>
      <dgm:spPr/>
    </dgm:pt>
    <dgm:pt modelId="{78AE4FA6-E559-E94B-9467-8AC1E81D809B}" type="pres">
      <dgm:prSet presAssocID="{0A851B25-3EF6-C742-975B-968F221A3840}" presName="hierRoot2" presStyleCnt="0">
        <dgm:presLayoutVars>
          <dgm:hierBranch val="init"/>
        </dgm:presLayoutVars>
      </dgm:prSet>
      <dgm:spPr/>
    </dgm:pt>
    <dgm:pt modelId="{445A2080-7DAB-584A-A391-43B2473AAC1A}" type="pres">
      <dgm:prSet presAssocID="{0A851B25-3EF6-C742-975B-968F221A3840}" presName="rootComposite" presStyleCnt="0"/>
      <dgm:spPr/>
    </dgm:pt>
    <dgm:pt modelId="{0B12DF1C-0298-5049-BBF7-68D6A29B5C5B}" type="pres">
      <dgm:prSet presAssocID="{0A851B25-3EF6-C742-975B-968F221A3840}" presName="rootText" presStyleLbl="node2" presStyleIdx="0" presStyleCnt="2">
        <dgm:presLayoutVars>
          <dgm:chPref val="3"/>
        </dgm:presLayoutVars>
      </dgm:prSet>
      <dgm:spPr/>
    </dgm:pt>
    <dgm:pt modelId="{447FED8C-25BC-3741-8007-367E9D06C852}" type="pres">
      <dgm:prSet presAssocID="{0A851B25-3EF6-C742-975B-968F221A3840}" presName="rootConnector" presStyleLbl="node2" presStyleIdx="0" presStyleCnt="2"/>
      <dgm:spPr/>
    </dgm:pt>
    <dgm:pt modelId="{31E6DF81-1A9C-314A-9DF8-3C7C0F39876A}" type="pres">
      <dgm:prSet presAssocID="{0A851B25-3EF6-C742-975B-968F221A3840}" presName="hierChild4" presStyleCnt="0"/>
      <dgm:spPr/>
    </dgm:pt>
    <dgm:pt modelId="{ABA5F74C-C133-DC45-B20D-7520D9DCD48E}" type="pres">
      <dgm:prSet presAssocID="{0A851B25-3EF6-C742-975B-968F221A3840}" presName="hierChild5" presStyleCnt="0"/>
      <dgm:spPr/>
    </dgm:pt>
    <dgm:pt modelId="{37011E53-2966-2042-AF6F-6E89C733A403}" type="pres">
      <dgm:prSet presAssocID="{04649502-C53E-4C44-B48A-D61601BC68D7}" presName="Name37" presStyleLbl="parChTrans1D2" presStyleIdx="1" presStyleCnt="2"/>
      <dgm:spPr/>
    </dgm:pt>
    <dgm:pt modelId="{031E6A78-047C-604D-804C-673F9AEE3388}" type="pres">
      <dgm:prSet presAssocID="{842EA65C-A888-A943-9280-08D0F4FAFA04}" presName="hierRoot2" presStyleCnt="0">
        <dgm:presLayoutVars>
          <dgm:hierBranch val="init"/>
        </dgm:presLayoutVars>
      </dgm:prSet>
      <dgm:spPr/>
    </dgm:pt>
    <dgm:pt modelId="{0B73EA38-6025-D940-B925-118229249A0F}" type="pres">
      <dgm:prSet presAssocID="{842EA65C-A888-A943-9280-08D0F4FAFA04}" presName="rootComposite" presStyleCnt="0"/>
      <dgm:spPr/>
    </dgm:pt>
    <dgm:pt modelId="{9FB4D089-2CB3-4F4D-8B92-B5C974BB921F}" type="pres">
      <dgm:prSet presAssocID="{842EA65C-A888-A943-9280-08D0F4FAFA04}" presName="rootText" presStyleLbl="node2" presStyleIdx="1" presStyleCnt="2">
        <dgm:presLayoutVars>
          <dgm:chPref val="3"/>
        </dgm:presLayoutVars>
      </dgm:prSet>
      <dgm:spPr/>
    </dgm:pt>
    <dgm:pt modelId="{3976BD65-48E3-6948-9875-9F564329F931}" type="pres">
      <dgm:prSet presAssocID="{842EA65C-A888-A943-9280-08D0F4FAFA04}" presName="rootConnector" presStyleLbl="node2" presStyleIdx="1" presStyleCnt="2"/>
      <dgm:spPr/>
    </dgm:pt>
    <dgm:pt modelId="{1994B0B1-0B0C-C546-B1C0-7131B5DE6F11}" type="pres">
      <dgm:prSet presAssocID="{842EA65C-A888-A943-9280-08D0F4FAFA04}" presName="hierChild4" presStyleCnt="0"/>
      <dgm:spPr/>
    </dgm:pt>
    <dgm:pt modelId="{94EF78FC-BA1E-934B-A736-7315BF467B7D}" type="pres">
      <dgm:prSet presAssocID="{842EA65C-A888-A943-9280-08D0F4FAFA04}" presName="hierChild5" presStyleCnt="0"/>
      <dgm:spPr/>
    </dgm:pt>
    <dgm:pt modelId="{0CAE7547-75B1-E248-83E1-A6A2AAB7FB6F}" type="pres">
      <dgm:prSet presAssocID="{1CD12DFB-2B6E-CF45-9B4F-D3580E0A17A8}" presName="hierChild3" presStyleCnt="0"/>
      <dgm:spPr/>
    </dgm:pt>
  </dgm:ptLst>
  <dgm:cxnLst>
    <dgm:cxn modelId="{2676B40F-4F1E-A342-A34C-A5F5C2C348C9}" srcId="{1CD12DFB-2B6E-CF45-9B4F-D3580E0A17A8}" destId="{0A851B25-3EF6-C742-975B-968F221A3840}" srcOrd="0" destOrd="0" parTransId="{AC2F97B7-7521-804B-86DF-65B625547088}" sibTransId="{D9B32AD4-D934-FB47-BF64-69A7F9BF921E}"/>
    <dgm:cxn modelId="{7A756C1B-D1F8-644C-B9BB-DFBCAA8818BC}" srcId="{1CD12DFB-2B6E-CF45-9B4F-D3580E0A17A8}" destId="{842EA65C-A888-A943-9280-08D0F4FAFA04}" srcOrd="1" destOrd="0" parTransId="{04649502-C53E-4C44-B48A-D61601BC68D7}" sibTransId="{C99C12A4-98F4-984E-BC1B-7733C6435312}"/>
    <dgm:cxn modelId="{3113B532-5342-D145-B512-4459A6663D61}" type="presOf" srcId="{1CD12DFB-2B6E-CF45-9B4F-D3580E0A17A8}" destId="{8587D39A-7B40-9646-8E1C-88F23007C96A}" srcOrd="0" destOrd="0" presId="urn:microsoft.com/office/officeart/2005/8/layout/orgChart1"/>
    <dgm:cxn modelId="{55A95C47-76CE-5B42-98CB-B9B4F30DAED6}" type="presOf" srcId="{842EA65C-A888-A943-9280-08D0F4FAFA04}" destId="{3976BD65-48E3-6948-9875-9F564329F931}" srcOrd="1" destOrd="0" presId="urn:microsoft.com/office/officeart/2005/8/layout/orgChart1"/>
    <dgm:cxn modelId="{83048359-44BF-6F40-B65E-9965318B0918}" srcId="{11FD3508-7C89-5B4F-B3EF-7E27D4B0CACD}" destId="{1CD12DFB-2B6E-CF45-9B4F-D3580E0A17A8}" srcOrd="0" destOrd="0" parTransId="{AE4D2813-3425-9B42-B863-355DAFACDF6C}" sibTransId="{EFEF2E19-39B4-9340-8A02-5E9DA52A28AC}"/>
    <dgm:cxn modelId="{106CE363-EE6D-8F46-A4A9-41B273D0576D}" type="presOf" srcId="{0A851B25-3EF6-C742-975B-968F221A3840}" destId="{0B12DF1C-0298-5049-BBF7-68D6A29B5C5B}" srcOrd="0" destOrd="0" presId="urn:microsoft.com/office/officeart/2005/8/layout/orgChart1"/>
    <dgm:cxn modelId="{9DEC328B-4E7B-6A48-BD7C-7DCDA62F3F3C}" type="presOf" srcId="{04649502-C53E-4C44-B48A-D61601BC68D7}" destId="{37011E53-2966-2042-AF6F-6E89C733A403}" srcOrd="0" destOrd="0" presId="urn:microsoft.com/office/officeart/2005/8/layout/orgChart1"/>
    <dgm:cxn modelId="{0DE98BA5-FB96-784C-B7F9-07F98FDA25F9}" type="presOf" srcId="{0A851B25-3EF6-C742-975B-968F221A3840}" destId="{447FED8C-25BC-3741-8007-367E9D06C852}" srcOrd="1" destOrd="0" presId="urn:microsoft.com/office/officeart/2005/8/layout/orgChart1"/>
    <dgm:cxn modelId="{8AD88CAC-D4EF-E044-B82B-DAB3BA88E24A}" type="presOf" srcId="{AC2F97B7-7521-804B-86DF-65B625547088}" destId="{1426F31B-35AB-854A-9C88-1427F5A0B180}" srcOrd="0" destOrd="0" presId="urn:microsoft.com/office/officeart/2005/8/layout/orgChart1"/>
    <dgm:cxn modelId="{EE073ABA-0271-C44D-9C22-0D7F239FFBAD}" type="presOf" srcId="{11FD3508-7C89-5B4F-B3EF-7E27D4B0CACD}" destId="{BC7377B5-FD8A-9C45-95E6-9E770AFFA2FC}" srcOrd="0" destOrd="0" presId="urn:microsoft.com/office/officeart/2005/8/layout/orgChart1"/>
    <dgm:cxn modelId="{2E0FD6D5-94B0-4D4F-B960-8AF585D7CBBA}" type="presOf" srcId="{842EA65C-A888-A943-9280-08D0F4FAFA04}" destId="{9FB4D089-2CB3-4F4D-8B92-B5C974BB921F}" srcOrd="0" destOrd="0" presId="urn:microsoft.com/office/officeart/2005/8/layout/orgChart1"/>
    <dgm:cxn modelId="{86F6F9E0-9E78-5841-AE7B-62E710215C55}" type="presOf" srcId="{1CD12DFB-2B6E-CF45-9B4F-D3580E0A17A8}" destId="{7548367A-DDDB-6F47-BFFA-B3AA93471629}" srcOrd="1" destOrd="0" presId="urn:microsoft.com/office/officeart/2005/8/layout/orgChart1"/>
    <dgm:cxn modelId="{A3B34F08-C2D7-7A49-945B-4E492B9EB964}" type="presParOf" srcId="{BC7377B5-FD8A-9C45-95E6-9E770AFFA2FC}" destId="{D80704EF-DDB0-0444-8C5F-E7836FA56382}" srcOrd="0" destOrd="0" presId="urn:microsoft.com/office/officeart/2005/8/layout/orgChart1"/>
    <dgm:cxn modelId="{BC17D704-6948-7B4C-A2C4-D59F5F7D42C7}" type="presParOf" srcId="{D80704EF-DDB0-0444-8C5F-E7836FA56382}" destId="{6C7D2ED0-2FFD-CF42-BB2B-E5165F0FB7C8}" srcOrd="0" destOrd="0" presId="urn:microsoft.com/office/officeart/2005/8/layout/orgChart1"/>
    <dgm:cxn modelId="{E6049C14-ACAB-E84A-97B1-86796CC45D02}" type="presParOf" srcId="{6C7D2ED0-2FFD-CF42-BB2B-E5165F0FB7C8}" destId="{8587D39A-7B40-9646-8E1C-88F23007C96A}" srcOrd="0" destOrd="0" presId="urn:microsoft.com/office/officeart/2005/8/layout/orgChart1"/>
    <dgm:cxn modelId="{DE8C7950-6E2B-1F47-A997-0B2BB35E7564}" type="presParOf" srcId="{6C7D2ED0-2FFD-CF42-BB2B-E5165F0FB7C8}" destId="{7548367A-DDDB-6F47-BFFA-B3AA93471629}" srcOrd="1" destOrd="0" presId="urn:microsoft.com/office/officeart/2005/8/layout/orgChart1"/>
    <dgm:cxn modelId="{66FF6D38-AE5A-DC49-A3DC-C7F4149837FC}" type="presParOf" srcId="{D80704EF-DDB0-0444-8C5F-E7836FA56382}" destId="{5C5B3EFF-0E1E-7D4F-80AB-8996286945FA}" srcOrd="1" destOrd="0" presId="urn:microsoft.com/office/officeart/2005/8/layout/orgChart1"/>
    <dgm:cxn modelId="{AAA45389-402F-2D42-8153-67593C9C8AFE}" type="presParOf" srcId="{5C5B3EFF-0E1E-7D4F-80AB-8996286945FA}" destId="{1426F31B-35AB-854A-9C88-1427F5A0B180}" srcOrd="0" destOrd="0" presId="urn:microsoft.com/office/officeart/2005/8/layout/orgChart1"/>
    <dgm:cxn modelId="{29B7C994-2EDB-3F43-A268-7A0061964715}" type="presParOf" srcId="{5C5B3EFF-0E1E-7D4F-80AB-8996286945FA}" destId="{78AE4FA6-E559-E94B-9467-8AC1E81D809B}" srcOrd="1" destOrd="0" presId="urn:microsoft.com/office/officeart/2005/8/layout/orgChart1"/>
    <dgm:cxn modelId="{3FF950B7-534B-0245-BC2C-938FA66C9DD7}" type="presParOf" srcId="{78AE4FA6-E559-E94B-9467-8AC1E81D809B}" destId="{445A2080-7DAB-584A-A391-43B2473AAC1A}" srcOrd="0" destOrd="0" presId="urn:microsoft.com/office/officeart/2005/8/layout/orgChart1"/>
    <dgm:cxn modelId="{F1B291DF-E7E4-3144-A553-687D0EFF1EF7}" type="presParOf" srcId="{445A2080-7DAB-584A-A391-43B2473AAC1A}" destId="{0B12DF1C-0298-5049-BBF7-68D6A29B5C5B}" srcOrd="0" destOrd="0" presId="urn:microsoft.com/office/officeart/2005/8/layout/orgChart1"/>
    <dgm:cxn modelId="{A184CFFD-F927-9E4B-B044-2F89FED0444B}" type="presParOf" srcId="{445A2080-7DAB-584A-A391-43B2473AAC1A}" destId="{447FED8C-25BC-3741-8007-367E9D06C852}" srcOrd="1" destOrd="0" presId="urn:microsoft.com/office/officeart/2005/8/layout/orgChart1"/>
    <dgm:cxn modelId="{9885988E-8304-C040-9894-074579EB733F}" type="presParOf" srcId="{78AE4FA6-E559-E94B-9467-8AC1E81D809B}" destId="{31E6DF81-1A9C-314A-9DF8-3C7C0F39876A}" srcOrd="1" destOrd="0" presId="urn:microsoft.com/office/officeart/2005/8/layout/orgChart1"/>
    <dgm:cxn modelId="{783D602A-418A-114F-BBCB-1E47F58925EC}" type="presParOf" srcId="{78AE4FA6-E559-E94B-9467-8AC1E81D809B}" destId="{ABA5F74C-C133-DC45-B20D-7520D9DCD48E}" srcOrd="2" destOrd="0" presId="urn:microsoft.com/office/officeart/2005/8/layout/orgChart1"/>
    <dgm:cxn modelId="{48544591-4C45-D349-ACFE-7216A5E6CAE0}" type="presParOf" srcId="{5C5B3EFF-0E1E-7D4F-80AB-8996286945FA}" destId="{37011E53-2966-2042-AF6F-6E89C733A403}" srcOrd="2" destOrd="0" presId="urn:microsoft.com/office/officeart/2005/8/layout/orgChart1"/>
    <dgm:cxn modelId="{A0D90674-12D3-4C43-A6E7-E2FA9CE28852}" type="presParOf" srcId="{5C5B3EFF-0E1E-7D4F-80AB-8996286945FA}" destId="{031E6A78-047C-604D-804C-673F9AEE3388}" srcOrd="3" destOrd="0" presId="urn:microsoft.com/office/officeart/2005/8/layout/orgChart1"/>
    <dgm:cxn modelId="{DF3FE804-828C-1E46-A598-7E6A1639218D}" type="presParOf" srcId="{031E6A78-047C-604D-804C-673F9AEE3388}" destId="{0B73EA38-6025-D940-B925-118229249A0F}" srcOrd="0" destOrd="0" presId="urn:microsoft.com/office/officeart/2005/8/layout/orgChart1"/>
    <dgm:cxn modelId="{93D8C5CF-5E07-FA48-9167-6B0B05CD63EF}" type="presParOf" srcId="{0B73EA38-6025-D940-B925-118229249A0F}" destId="{9FB4D089-2CB3-4F4D-8B92-B5C974BB921F}" srcOrd="0" destOrd="0" presId="urn:microsoft.com/office/officeart/2005/8/layout/orgChart1"/>
    <dgm:cxn modelId="{36FCE99D-4915-C446-B58B-3ADBD8D922D1}" type="presParOf" srcId="{0B73EA38-6025-D940-B925-118229249A0F}" destId="{3976BD65-48E3-6948-9875-9F564329F931}" srcOrd="1" destOrd="0" presId="urn:microsoft.com/office/officeart/2005/8/layout/orgChart1"/>
    <dgm:cxn modelId="{DD945DA1-7228-AC4D-8C2F-36C330542D7D}" type="presParOf" srcId="{031E6A78-047C-604D-804C-673F9AEE3388}" destId="{1994B0B1-0B0C-C546-B1C0-7131B5DE6F11}" srcOrd="1" destOrd="0" presId="urn:microsoft.com/office/officeart/2005/8/layout/orgChart1"/>
    <dgm:cxn modelId="{213685EC-3A0F-1D40-8626-FAF783E4DFD1}" type="presParOf" srcId="{031E6A78-047C-604D-804C-673F9AEE3388}" destId="{94EF78FC-BA1E-934B-A736-7315BF467B7D}" srcOrd="2" destOrd="0" presId="urn:microsoft.com/office/officeart/2005/8/layout/orgChart1"/>
    <dgm:cxn modelId="{846495EE-1F92-C541-ACDD-7283D91765BA}" type="presParOf" srcId="{D80704EF-DDB0-0444-8C5F-E7836FA56382}" destId="{0CAE7547-75B1-E248-83E1-A6A2AAB7FB6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49F265-7368-944B-8C0F-7869D6FFC8D4}" type="doc">
      <dgm:prSet loTypeId="urn:microsoft.com/office/officeart/2005/8/layout/cycle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1BCBCA-CD1F-0B40-BE4A-919915B7B214}">
      <dgm:prSet phldrT="[Text]"/>
      <dgm:spPr/>
      <dgm:t>
        <a:bodyPr/>
        <a:lstStyle/>
        <a:p>
          <a:pPr>
            <a:buNone/>
          </a:pPr>
          <a:r>
            <a:rPr lang="en-US" b="0"/>
            <a:t>Plan</a:t>
          </a:r>
          <a:endParaRPr lang="en-US"/>
        </a:p>
      </dgm:t>
    </dgm:pt>
    <dgm:pt modelId="{8CDF0269-E2A5-FF41-B851-0189CA4A95AA}" type="parTrans" cxnId="{026B7C7B-7590-DF4C-94A8-9FF7C31A4038}">
      <dgm:prSet/>
      <dgm:spPr/>
      <dgm:t>
        <a:bodyPr/>
        <a:lstStyle/>
        <a:p>
          <a:endParaRPr lang="en-US"/>
        </a:p>
      </dgm:t>
    </dgm:pt>
    <dgm:pt modelId="{88123D69-5781-ED42-A357-FF86AE145890}" type="sibTrans" cxnId="{026B7C7B-7590-DF4C-94A8-9FF7C31A4038}">
      <dgm:prSet/>
      <dgm:spPr/>
      <dgm:t>
        <a:bodyPr/>
        <a:lstStyle/>
        <a:p>
          <a:endParaRPr lang="en-US"/>
        </a:p>
      </dgm:t>
    </dgm:pt>
    <dgm:pt modelId="{53FA3789-5FC0-0B43-B548-C52F376DABD2}">
      <dgm:prSet phldrT="[Text]"/>
      <dgm:spPr/>
      <dgm:t>
        <a:bodyPr/>
        <a:lstStyle/>
        <a:p>
          <a:pPr>
            <a:buNone/>
          </a:pPr>
          <a:r>
            <a:rPr lang="en-US" b="0" dirty="0"/>
            <a:t>Do</a:t>
          </a:r>
          <a:endParaRPr lang="en-US" dirty="0"/>
        </a:p>
      </dgm:t>
    </dgm:pt>
    <dgm:pt modelId="{E722C8E2-ED6E-BA42-AFC9-6FE8733A0384}" type="parTrans" cxnId="{623025CA-A868-9647-B256-87FDBEDF9848}">
      <dgm:prSet/>
      <dgm:spPr/>
      <dgm:t>
        <a:bodyPr/>
        <a:lstStyle/>
        <a:p>
          <a:endParaRPr lang="en-US"/>
        </a:p>
      </dgm:t>
    </dgm:pt>
    <dgm:pt modelId="{4E8DFE8B-5C11-6941-8636-140E296DB264}" type="sibTrans" cxnId="{623025CA-A868-9647-B256-87FDBEDF9848}">
      <dgm:prSet/>
      <dgm:spPr/>
      <dgm:t>
        <a:bodyPr/>
        <a:lstStyle/>
        <a:p>
          <a:endParaRPr lang="en-US"/>
        </a:p>
      </dgm:t>
    </dgm:pt>
    <dgm:pt modelId="{1AAF12EA-8D8F-E546-85B4-E1DC2BB29668}">
      <dgm:prSet phldrT="[Text]"/>
      <dgm:spPr/>
      <dgm:t>
        <a:bodyPr/>
        <a:lstStyle/>
        <a:p>
          <a:pPr>
            <a:buNone/>
          </a:pPr>
          <a:r>
            <a:rPr lang="en-US" b="0" dirty="0"/>
            <a:t>Check</a:t>
          </a:r>
          <a:endParaRPr lang="en-US" dirty="0"/>
        </a:p>
      </dgm:t>
    </dgm:pt>
    <dgm:pt modelId="{76777298-0CEC-534D-BCED-6382832822C3}" type="parTrans" cxnId="{E56DFADD-5BFC-B14E-84C3-A1B8ECB20945}">
      <dgm:prSet/>
      <dgm:spPr/>
      <dgm:t>
        <a:bodyPr/>
        <a:lstStyle/>
        <a:p>
          <a:endParaRPr lang="en-US"/>
        </a:p>
      </dgm:t>
    </dgm:pt>
    <dgm:pt modelId="{2555C167-BA09-7A41-B16F-0119992B45FA}" type="sibTrans" cxnId="{E56DFADD-5BFC-B14E-84C3-A1B8ECB20945}">
      <dgm:prSet/>
      <dgm:spPr/>
      <dgm:t>
        <a:bodyPr/>
        <a:lstStyle/>
        <a:p>
          <a:endParaRPr lang="en-US"/>
        </a:p>
      </dgm:t>
    </dgm:pt>
    <dgm:pt modelId="{2905B7E9-D480-9D49-88FD-FED6FABAAC96}">
      <dgm:prSet phldrT="[Text]"/>
      <dgm:spPr/>
      <dgm:t>
        <a:bodyPr/>
        <a:lstStyle/>
        <a:p>
          <a:pPr>
            <a:buNone/>
          </a:pPr>
          <a:r>
            <a:rPr lang="en-US" b="0" dirty="0"/>
            <a:t>Act</a:t>
          </a:r>
          <a:endParaRPr lang="en-US" dirty="0"/>
        </a:p>
      </dgm:t>
    </dgm:pt>
    <dgm:pt modelId="{BB600FD5-83B3-6E44-8326-0DF48F7181B2}" type="parTrans" cxnId="{83FE5064-0077-9440-B321-A16A9CCBF37A}">
      <dgm:prSet/>
      <dgm:spPr/>
      <dgm:t>
        <a:bodyPr/>
        <a:lstStyle/>
        <a:p>
          <a:endParaRPr lang="en-US"/>
        </a:p>
      </dgm:t>
    </dgm:pt>
    <dgm:pt modelId="{89777688-8344-D746-B7C6-79FE5870834F}" type="sibTrans" cxnId="{83FE5064-0077-9440-B321-A16A9CCBF37A}">
      <dgm:prSet/>
      <dgm:spPr/>
      <dgm:t>
        <a:bodyPr/>
        <a:lstStyle/>
        <a:p>
          <a:endParaRPr lang="en-US"/>
        </a:p>
      </dgm:t>
    </dgm:pt>
    <dgm:pt modelId="{8A5FA2D9-5D3C-194A-B7C0-A47440D51CF9}" type="pres">
      <dgm:prSet presAssocID="{7D49F265-7368-944B-8C0F-7869D6FFC8D4}" presName="cycle" presStyleCnt="0">
        <dgm:presLayoutVars>
          <dgm:dir/>
          <dgm:resizeHandles val="exact"/>
        </dgm:presLayoutVars>
      </dgm:prSet>
      <dgm:spPr/>
    </dgm:pt>
    <dgm:pt modelId="{BC99D3DC-F7E1-4D4B-922E-F98F042468D5}" type="pres">
      <dgm:prSet presAssocID="{C81BCBCA-CD1F-0B40-BE4A-919915B7B214}" presName="node" presStyleLbl="node1" presStyleIdx="0" presStyleCnt="4">
        <dgm:presLayoutVars>
          <dgm:bulletEnabled val="1"/>
        </dgm:presLayoutVars>
      </dgm:prSet>
      <dgm:spPr/>
    </dgm:pt>
    <dgm:pt modelId="{022B36A0-A207-1844-B27E-F8C3D11EEB8A}" type="pres">
      <dgm:prSet presAssocID="{88123D69-5781-ED42-A357-FF86AE145890}" presName="sibTrans" presStyleLbl="sibTrans2D1" presStyleIdx="0" presStyleCnt="4"/>
      <dgm:spPr/>
    </dgm:pt>
    <dgm:pt modelId="{05B10E65-C0B8-8540-B972-86E4F1DC3E27}" type="pres">
      <dgm:prSet presAssocID="{88123D69-5781-ED42-A357-FF86AE145890}" presName="connectorText" presStyleLbl="sibTrans2D1" presStyleIdx="0" presStyleCnt="4"/>
      <dgm:spPr/>
    </dgm:pt>
    <dgm:pt modelId="{7AC89988-0C9E-624D-ADC0-AAC39DCADFEB}" type="pres">
      <dgm:prSet presAssocID="{53FA3789-5FC0-0B43-B548-C52F376DABD2}" presName="node" presStyleLbl="node1" presStyleIdx="1" presStyleCnt="4">
        <dgm:presLayoutVars>
          <dgm:bulletEnabled val="1"/>
        </dgm:presLayoutVars>
      </dgm:prSet>
      <dgm:spPr/>
    </dgm:pt>
    <dgm:pt modelId="{674D4331-3BED-8A43-A8BF-BC394CC0E4BB}" type="pres">
      <dgm:prSet presAssocID="{4E8DFE8B-5C11-6941-8636-140E296DB264}" presName="sibTrans" presStyleLbl="sibTrans2D1" presStyleIdx="1" presStyleCnt="4"/>
      <dgm:spPr/>
    </dgm:pt>
    <dgm:pt modelId="{D45102AA-701D-5945-A9B7-FB49A4145F93}" type="pres">
      <dgm:prSet presAssocID="{4E8DFE8B-5C11-6941-8636-140E296DB264}" presName="connectorText" presStyleLbl="sibTrans2D1" presStyleIdx="1" presStyleCnt="4"/>
      <dgm:spPr/>
    </dgm:pt>
    <dgm:pt modelId="{0E33CC02-875A-A448-A8BA-35B00DF6CE28}" type="pres">
      <dgm:prSet presAssocID="{1AAF12EA-8D8F-E546-85B4-E1DC2BB29668}" presName="node" presStyleLbl="node1" presStyleIdx="2" presStyleCnt="4">
        <dgm:presLayoutVars>
          <dgm:bulletEnabled val="1"/>
        </dgm:presLayoutVars>
      </dgm:prSet>
      <dgm:spPr/>
    </dgm:pt>
    <dgm:pt modelId="{AA8C9816-3D28-154F-B320-DFF909BFAAA6}" type="pres">
      <dgm:prSet presAssocID="{2555C167-BA09-7A41-B16F-0119992B45FA}" presName="sibTrans" presStyleLbl="sibTrans2D1" presStyleIdx="2" presStyleCnt="4"/>
      <dgm:spPr/>
    </dgm:pt>
    <dgm:pt modelId="{640EBD20-7F8F-1E4C-9B47-9DDEF2446CEC}" type="pres">
      <dgm:prSet presAssocID="{2555C167-BA09-7A41-B16F-0119992B45FA}" presName="connectorText" presStyleLbl="sibTrans2D1" presStyleIdx="2" presStyleCnt="4"/>
      <dgm:spPr/>
    </dgm:pt>
    <dgm:pt modelId="{74F11D4E-4738-9944-9952-4D6263BFB957}" type="pres">
      <dgm:prSet presAssocID="{2905B7E9-D480-9D49-88FD-FED6FABAAC96}" presName="node" presStyleLbl="node1" presStyleIdx="3" presStyleCnt="4">
        <dgm:presLayoutVars>
          <dgm:bulletEnabled val="1"/>
        </dgm:presLayoutVars>
      </dgm:prSet>
      <dgm:spPr/>
    </dgm:pt>
    <dgm:pt modelId="{BD35618E-1ECC-9249-8563-DF3E3261C7DA}" type="pres">
      <dgm:prSet presAssocID="{89777688-8344-D746-B7C6-79FE5870834F}" presName="sibTrans" presStyleLbl="sibTrans2D1" presStyleIdx="3" presStyleCnt="4"/>
      <dgm:spPr/>
    </dgm:pt>
    <dgm:pt modelId="{290BF731-C5DA-F147-BEFA-1AAAB4141545}" type="pres">
      <dgm:prSet presAssocID="{89777688-8344-D746-B7C6-79FE5870834F}" presName="connectorText" presStyleLbl="sibTrans2D1" presStyleIdx="3" presStyleCnt="4"/>
      <dgm:spPr/>
    </dgm:pt>
  </dgm:ptLst>
  <dgm:cxnLst>
    <dgm:cxn modelId="{20B48B18-76FC-0B46-ADC9-250A4C8B6ABF}" type="presOf" srcId="{7D49F265-7368-944B-8C0F-7869D6FFC8D4}" destId="{8A5FA2D9-5D3C-194A-B7C0-A47440D51CF9}" srcOrd="0" destOrd="0" presId="urn:microsoft.com/office/officeart/2005/8/layout/cycle2"/>
    <dgm:cxn modelId="{A189C930-0F19-8844-AC9A-806B470C4B0F}" type="presOf" srcId="{88123D69-5781-ED42-A357-FF86AE145890}" destId="{022B36A0-A207-1844-B27E-F8C3D11EEB8A}" srcOrd="0" destOrd="0" presId="urn:microsoft.com/office/officeart/2005/8/layout/cycle2"/>
    <dgm:cxn modelId="{ABFF5946-ACEE-4348-A4F3-CF0EA952F077}" type="presOf" srcId="{53FA3789-5FC0-0B43-B548-C52F376DABD2}" destId="{7AC89988-0C9E-624D-ADC0-AAC39DCADFEB}" srcOrd="0" destOrd="0" presId="urn:microsoft.com/office/officeart/2005/8/layout/cycle2"/>
    <dgm:cxn modelId="{6B56A94B-A8A1-8E42-AE1D-E68561BAA2B7}" type="presOf" srcId="{89777688-8344-D746-B7C6-79FE5870834F}" destId="{290BF731-C5DA-F147-BEFA-1AAAB4141545}" srcOrd="1" destOrd="0" presId="urn:microsoft.com/office/officeart/2005/8/layout/cycle2"/>
    <dgm:cxn modelId="{569CA256-D075-1C40-B00F-A2BC3609A359}" type="presOf" srcId="{2555C167-BA09-7A41-B16F-0119992B45FA}" destId="{AA8C9816-3D28-154F-B320-DFF909BFAAA6}" srcOrd="0" destOrd="0" presId="urn:microsoft.com/office/officeart/2005/8/layout/cycle2"/>
    <dgm:cxn modelId="{4595935E-65B6-8B4D-8D8E-FC4C4F3705A3}" type="presOf" srcId="{4E8DFE8B-5C11-6941-8636-140E296DB264}" destId="{D45102AA-701D-5945-A9B7-FB49A4145F93}" srcOrd="1" destOrd="0" presId="urn:microsoft.com/office/officeart/2005/8/layout/cycle2"/>
    <dgm:cxn modelId="{83FE5064-0077-9440-B321-A16A9CCBF37A}" srcId="{7D49F265-7368-944B-8C0F-7869D6FFC8D4}" destId="{2905B7E9-D480-9D49-88FD-FED6FABAAC96}" srcOrd="3" destOrd="0" parTransId="{BB600FD5-83B3-6E44-8326-0DF48F7181B2}" sibTransId="{89777688-8344-D746-B7C6-79FE5870834F}"/>
    <dgm:cxn modelId="{026B7C7B-7590-DF4C-94A8-9FF7C31A4038}" srcId="{7D49F265-7368-944B-8C0F-7869D6FFC8D4}" destId="{C81BCBCA-CD1F-0B40-BE4A-919915B7B214}" srcOrd="0" destOrd="0" parTransId="{8CDF0269-E2A5-FF41-B851-0189CA4A95AA}" sibTransId="{88123D69-5781-ED42-A357-FF86AE145890}"/>
    <dgm:cxn modelId="{B9C4848B-0082-BB4D-82FE-18A9A2AD9BFC}" type="presOf" srcId="{1AAF12EA-8D8F-E546-85B4-E1DC2BB29668}" destId="{0E33CC02-875A-A448-A8BA-35B00DF6CE28}" srcOrd="0" destOrd="0" presId="urn:microsoft.com/office/officeart/2005/8/layout/cycle2"/>
    <dgm:cxn modelId="{7F6434A0-642D-154A-AA15-46E45D860861}" type="presOf" srcId="{2905B7E9-D480-9D49-88FD-FED6FABAAC96}" destId="{74F11D4E-4738-9944-9952-4D6263BFB957}" srcOrd="0" destOrd="0" presId="urn:microsoft.com/office/officeart/2005/8/layout/cycle2"/>
    <dgm:cxn modelId="{4EC7FEB1-B3A1-6D48-9BEF-300116EE8B5E}" type="presOf" srcId="{2555C167-BA09-7A41-B16F-0119992B45FA}" destId="{640EBD20-7F8F-1E4C-9B47-9DDEF2446CEC}" srcOrd="1" destOrd="0" presId="urn:microsoft.com/office/officeart/2005/8/layout/cycle2"/>
    <dgm:cxn modelId="{C68855BB-7B47-404D-B66D-4750B465D050}" type="presOf" srcId="{88123D69-5781-ED42-A357-FF86AE145890}" destId="{05B10E65-C0B8-8540-B972-86E4F1DC3E27}" srcOrd="1" destOrd="0" presId="urn:microsoft.com/office/officeart/2005/8/layout/cycle2"/>
    <dgm:cxn modelId="{C3FEF8C7-DD71-9C43-A254-17E68638DF78}" type="presOf" srcId="{4E8DFE8B-5C11-6941-8636-140E296DB264}" destId="{674D4331-3BED-8A43-A8BF-BC394CC0E4BB}" srcOrd="0" destOrd="0" presId="urn:microsoft.com/office/officeart/2005/8/layout/cycle2"/>
    <dgm:cxn modelId="{623025CA-A868-9647-B256-87FDBEDF9848}" srcId="{7D49F265-7368-944B-8C0F-7869D6FFC8D4}" destId="{53FA3789-5FC0-0B43-B548-C52F376DABD2}" srcOrd="1" destOrd="0" parTransId="{E722C8E2-ED6E-BA42-AFC9-6FE8733A0384}" sibTransId="{4E8DFE8B-5C11-6941-8636-140E296DB264}"/>
    <dgm:cxn modelId="{4483CFD6-354F-A04E-B185-BCDFFCC60048}" type="presOf" srcId="{89777688-8344-D746-B7C6-79FE5870834F}" destId="{BD35618E-1ECC-9249-8563-DF3E3261C7DA}" srcOrd="0" destOrd="0" presId="urn:microsoft.com/office/officeart/2005/8/layout/cycle2"/>
    <dgm:cxn modelId="{E56DFADD-5BFC-B14E-84C3-A1B8ECB20945}" srcId="{7D49F265-7368-944B-8C0F-7869D6FFC8D4}" destId="{1AAF12EA-8D8F-E546-85B4-E1DC2BB29668}" srcOrd="2" destOrd="0" parTransId="{76777298-0CEC-534D-BCED-6382832822C3}" sibTransId="{2555C167-BA09-7A41-B16F-0119992B45FA}"/>
    <dgm:cxn modelId="{7609A6F7-1EB9-F042-A4CE-ECC240AA9EC7}" type="presOf" srcId="{C81BCBCA-CD1F-0B40-BE4A-919915B7B214}" destId="{BC99D3DC-F7E1-4D4B-922E-F98F042468D5}" srcOrd="0" destOrd="0" presId="urn:microsoft.com/office/officeart/2005/8/layout/cycle2"/>
    <dgm:cxn modelId="{6F6EA72C-081E-A74E-976F-D462CC820F78}" type="presParOf" srcId="{8A5FA2D9-5D3C-194A-B7C0-A47440D51CF9}" destId="{BC99D3DC-F7E1-4D4B-922E-F98F042468D5}" srcOrd="0" destOrd="0" presId="urn:microsoft.com/office/officeart/2005/8/layout/cycle2"/>
    <dgm:cxn modelId="{9611F370-E5F8-5346-88AA-5FD15488CDF9}" type="presParOf" srcId="{8A5FA2D9-5D3C-194A-B7C0-A47440D51CF9}" destId="{022B36A0-A207-1844-B27E-F8C3D11EEB8A}" srcOrd="1" destOrd="0" presId="urn:microsoft.com/office/officeart/2005/8/layout/cycle2"/>
    <dgm:cxn modelId="{5F07E0E7-896D-C64D-A1DC-A2956A42F3BC}" type="presParOf" srcId="{022B36A0-A207-1844-B27E-F8C3D11EEB8A}" destId="{05B10E65-C0B8-8540-B972-86E4F1DC3E27}" srcOrd="0" destOrd="0" presId="urn:microsoft.com/office/officeart/2005/8/layout/cycle2"/>
    <dgm:cxn modelId="{A29E2CC3-BD6C-8E43-B6A7-20612B331B73}" type="presParOf" srcId="{8A5FA2D9-5D3C-194A-B7C0-A47440D51CF9}" destId="{7AC89988-0C9E-624D-ADC0-AAC39DCADFEB}" srcOrd="2" destOrd="0" presId="urn:microsoft.com/office/officeart/2005/8/layout/cycle2"/>
    <dgm:cxn modelId="{9FA9A9F1-F071-4D4C-BE4C-8E5CF47A0DBE}" type="presParOf" srcId="{8A5FA2D9-5D3C-194A-B7C0-A47440D51CF9}" destId="{674D4331-3BED-8A43-A8BF-BC394CC0E4BB}" srcOrd="3" destOrd="0" presId="urn:microsoft.com/office/officeart/2005/8/layout/cycle2"/>
    <dgm:cxn modelId="{15EF4F17-8DAA-024D-891D-6C6E1AF65EB1}" type="presParOf" srcId="{674D4331-3BED-8A43-A8BF-BC394CC0E4BB}" destId="{D45102AA-701D-5945-A9B7-FB49A4145F93}" srcOrd="0" destOrd="0" presId="urn:microsoft.com/office/officeart/2005/8/layout/cycle2"/>
    <dgm:cxn modelId="{C63414CB-19BC-9A41-86B6-EBBED6FC6A42}" type="presParOf" srcId="{8A5FA2D9-5D3C-194A-B7C0-A47440D51CF9}" destId="{0E33CC02-875A-A448-A8BA-35B00DF6CE28}" srcOrd="4" destOrd="0" presId="urn:microsoft.com/office/officeart/2005/8/layout/cycle2"/>
    <dgm:cxn modelId="{BC96D022-F79F-9146-BA9F-277AC67194BF}" type="presParOf" srcId="{8A5FA2D9-5D3C-194A-B7C0-A47440D51CF9}" destId="{AA8C9816-3D28-154F-B320-DFF909BFAAA6}" srcOrd="5" destOrd="0" presId="urn:microsoft.com/office/officeart/2005/8/layout/cycle2"/>
    <dgm:cxn modelId="{A3EAE4E3-FBD2-DA4A-AECE-7E2CA84FC941}" type="presParOf" srcId="{AA8C9816-3D28-154F-B320-DFF909BFAAA6}" destId="{640EBD20-7F8F-1E4C-9B47-9DDEF2446CEC}" srcOrd="0" destOrd="0" presId="urn:microsoft.com/office/officeart/2005/8/layout/cycle2"/>
    <dgm:cxn modelId="{442648A9-6C4D-8A41-9D89-7F358050248F}" type="presParOf" srcId="{8A5FA2D9-5D3C-194A-B7C0-A47440D51CF9}" destId="{74F11D4E-4738-9944-9952-4D6263BFB957}" srcOrd="6" destOrd="0" presId="urn:microsoft.com/office/officeart/2005/8/layout/cycle2"/>
    <dgm:cxn modelId="{4830B601-D47C-3340-B1F7-199725ED699F}" type="presParOf" srcId="{8A5FA2D9-5D3C-194A-B7C0-A47440D51CF9}" destId="{BD35618E-1ECC-9249-8563-DF3E3261C7DA}" srcOrd="7" destOrd="0" presId="urn:microsoft.com/office/officeart/2005/8/layout/cycle2"/>
    <dgm:cxn modelId="{4447B416-D42D-7B42-991C-CB81C877252D}" type="presParOf" srcId="{BD35618E-1ECC-9249-8563-DF3E3261C7DA}" destId="{290BF731-C5DA-F147-BEFA-1AAAB414154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A25B13-D90E-0140-8A0D-45D5F3C374E1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3067DCF8-5767-B747-81DA-91440216475B}">
      <dgm:prSet phldrT="[Text]"/>
      <dgm:spPr/>
      <dgm:t>
        <a:bodyPr/>
        <a:lstStyle/>
        <a:p>
          <a:pPr>
            <a:buNone/>
          </a:pPr>
          <a:r>
            <a:rPr lang="en-US" b="0" dirty="0"/>
            <a:t>Group 1</a:t>
          </a:r>
          <a:endParaRPr lang="en-US" dirty="0"/>
        </a:p>
      </dgm:t>
    </dgm:pt>
    <dgm:pt modelId="{40F84986-6C17-2744-B3AE-A4A9F508A22B}" type="parTrans" cxnId="{BD960105-8E55-E541-9530-91CC26E8A3F4}">
      <dgm:prSet/>
      <dgm:spPr/>
      <dgm:t>
        <a:bodyPr/>
        <a:lstStyle/>
        <a:p>
          <a:endParaRPr lang="en-US"/>
        </a:p>
      </dgm:t>
    </dgm:pt>
    <dgm:pt modelId="{FBE2CA09-A4B9-2A40-ADE2-F7845A15223E}" type="sibTrans" cxnId="{BD960105-8E55-E541-9530-91CC26E8A3F4}">
      <dgm:prSet/>
      <dgm:spPr/>
      <dgm:t>
        <a:bodyPr/>
        <a:lstStyle/>
        <a:p>
          <a:endParaRPr lang="en-US"/>
        </a:p>
      </dgm:t>
    </dgm:pt>
    <dgm:pt modelId="{75A65768-2B2E-AA42-8BC4-2E2C0CC83CE1}">
      <dgm:prSet phldrT="[Text]"/>
      <dgm:spPr/>
      <dgm:t>
        <a:bodyPr/>
        <a:lstStyle/>
        <a:p>
          <a:pPr>
            <a:buNone/>
          </a:pPr>
          <a:r>
            <a:rPr lang="en-US" b="0" dirty="0"/>
            <a:t>Group 2</a:t>
          </a:r>
          <a:endParaRPr lang="en-US" dirty="0"/>
        </a:p>
      </dgm:t>
    </dgm:pt>
    <dgm:pt modelId="{A078FE84-9AEA-AD49-9B9B-D6EFAA0A0265}" type="parTrans" cxnId="{E66F1AD1-42C9-DC4F-AE3D-C41A2CDB907F}">
      <dgm:prSet/>
      <dgm:spPr/>
      <dgm:t>
        <a:bodyPr/>
        <a:lstStyle/>
        <a:p>
          <a:endParaRPr lang="en-US"/>
        </a:p>
      </dgm:t>
    </dgm:pt>
    <dgm:pt modelId="{3748A1CF-9D36-974C-9B5B-2EC40A2EBE42}" type="sibTrans" cxnId="{E66F1AD1-42C9-DC4F-AE3D-C41A2CDB907F}">
      <dgm:prSet/>
      <dgm:spPr/>
      <dgm:t>
        <a:bodyPr/>
        <a:lstStyle/>
        <a:p>
          <a:endParaRPr lang="en-US"/>
        </a:p>
      </dgm:t>
    </dgm:pt>
    <dgm:pt modelId="{270806A4-C615-9043-8CEF-3BFE9E5F37F0}">
      <dgm:prSet phldrT="[Text]"/>
      <dgm:spPr/>
      <dgm:t>
        <a:bodyPr/>
        <a:lstStyle/>
        <a:p>
          <a:pPr>
            <a:buNone/>
          </a:pPr>
          <a:r>
            <a:rPr lang="en-US" b="0" dirty="0"/>
            <a:t>Group 3</a:t>
          </a:r>
          <a:endParaRPr lang="en-US" dirty="0"/>
        </a:p>
      </dgm:t>
    </dgm:pt>
    <dgm:pt modelId="{487CBCF0-47C4-E34E-A7D2-0988F890302D}" type="parTrans" cxnId="{692EC0E6-B12A-D040-9F72-B0B688DCFC7C}">
      <dgm:prSet/>
      <dgm:spPr/>
      <dgm:t>
        <a:bodyPr/>
        <a:lstStyle/>
        <a:p>
          <a:endParaRPr lang="en-US"/>
        </a:p>
      </dgm:t>
    </dgm:pt>
    <dgm:pt modelId="{E9E34941-063E-5A43-8693-1EC31FFF04AA}" type="sibTrans" cxnId="{692EC0E6-B12A-D040-9F72-B0B688DCFC7C}">
      <dgm:prSet/>
      <dgm:spPr/>
      <dgm:t>
        <a:bodyPr/>
        <a:lstStyle/>
        <a:p>
          <a:endParaRPr lang="en-US"/>
        </a:p>
      </dgm:t>
    </dgm:pt>
    <dgm:pt modelId="{20635099-BEB8-2845-934E-3741C3F8A750}" type="pres">
      <dgm:prSet presAssocID="{D5A25B13-D90E-0140-8A0D-45D5F3C374E1}" presName="compositeShape" presStyleCnt="0">
        <dgm:presLayoutVars>
          <dgm:chMax val="7"/>
          <dgm:dir/>
          <dgm:resizeHandles val="exact"/>
        </dgm:presLayoutVars>
      </dgm:prSet>
      <dgm:spPr/>
    </dgm:pt>
    <dgm:pt modelId="{EC895023-3D7D-8D41-A114-E6AD7778BAE4}" type="pres">
      <dgm:prSet presAssocID="{3067DCF8-5767-B747-81DA-91440216475B}" presName="circ1" presStyleLbl="vennNode1" presStyleIdx="0" presStyleCnt="3"/>
      <dgm:spPr/>
    </dgm:pt>
    <dgm:pt modelId="{8399EA1F-624F-8D40-A38B-AE3995FC0912}" type="pres">
      <dgm:prSet presAssocID="{3067DCF8-5767-B747-81DA-91440216475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CD53603-4B7F-934D-8872-877FB61D3EBC}" type="pres">
      <dgm:prSet presAssocID="{75A65768-2B2E-AA42-8BC4-2E2C0CC83CE1}" presName="circ2" presStyleLbl="vennNode1" presStyleIdx="1" presStyleCnt="3"/>
      <dgm:spPr/>
    </dgm:pt>
    <dgm:pt modelId="{EDD221F8-0AAE-8941-92AF-B8C2EEBE5942}" type="pres">
      <dgm:prSet presAssocID="{75A65768-2B2E-AA42-8BC4-2E2C0CC83CE1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A08B624-A65A-FD40-B2CD-0E9A9A2B0816}" type="pres">
      <dgm:prSet presAssocID="{270806A4-C615-9043-8CEF-3BFE9E5F37F0}" presName="circ3" presStyleLbl="vennNode1" presStyleIdx="2" presStyleCnt="3"/>
      <dgm:spPr/>
    </dgm:pt>
    <dgm:pt modelId="{AC587B20-3662-484C-8ACC-5AD92AD818B2}" type="pres">
      <dgm:prSet presAssocID="{270806A4-C615-9043-8CEF-3BFE9E5F37F0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BD960105-8E55-E541-9530-91CC26E8A3F4}" srcId="{D5A25B13-D90E-0140-8A0D-45D5F3C374E1}" destId="{3067DCF8-5767-B747-81DA-91440216475B}" srcOrd="0" destOrd="0" parTransId="{40F84986-6C17-2744-B3AE-A4A9F508A22B}" sibTransId="{FBE2CA09-A4B9-2A40-ADE2-F7845A15223E}"/>
    <dgm:cxn modelId="{97D15A1D-FA95-AE4B-A56A-5A17098172DF}" type="presOf" srcId="{D5A25B13-D90E-0140-8A0D-45D5F3C374E1}" destId="{20635099-BEB8-2845-934E-3741C3F8A750}" srcOrd="0" destOrd="0" presId="urn:microsoft.com/office/officeart/2005/8/layout/venn1"/>
    <dgm:cxn modelId="{F638C83F-3023-034C-B4D4-0146705610BF}" type="presOf" srcId="{270806A4-C615-9043-8CEF-3BFE9E5F37F0}" destId="{AC587B20-3662-484C-8ACC-5AD92AD818B2}" srcOrd="1" destOrd="0" presId="urn:microsoft.com/office/officeart/2005/8/layout/venn1"/>
    <dgm:cxn modelId="{1B6F3B63-E9EB-544C-ADE6-5E7D3E85FA11}" type="presOf" srcId="{3067DCF8-5767-B747-81DA-91440216475B}" destId="{EC895023-3D7D-8D41-A114-E6AD7778BAE4}" srcOrd="0" destOrd="0" presId="urn:microsoft.com/office/officeart/2005/8/layout/venn1"/>
    <dgm:cxn modelId="{8F4FE567-EDBF-E94D-BFE2-5C9AB3962829}" type="presOf" srcId="{270806A4-C615-9043-8CEF-3BFE9E5F37F0}" destId="{0A08B624-A65A-FD40-B2CD-0E9A9A2B0816}" srcOrd="0" destOrd="0" presId="urn:microsoft.com/office/officeart/2005/8/layout/venn1"/>
    <dgm:cxn modelId="{07C36CC0-B58A-DE47-920D-E192EEEDE8AF}" type="presOf" srcId="{3067DCF8-5767-B747-81DA-91440216475B}" destId="{8399EA1F-624F-8D40-A38B-AE3995FC0912}" srcOrd="1" destOrd="0" presId="urn:microsoft.com/office/officeart/2005/8/layout/venn1"/>
    <dgm:cxn modelId="{E66F1AD1-42C9-DC4F-AE3D-C41A2CDB907F}" srcId="{D5A25B13-D90E-0140-8A0D-45D5F3C374E1}" destId="{75A65768-2B2E-AA42-8BC4-2E2C0CC83CE1}" srcOrd="1" destOrd="0" parTransId="{A078FE84-9AEA-AD49-9B9B-D6EFAA0A0265}" sibTransId="{3748A1CF-9D36-974C-9B5B-2EC40A2EBE42}"/>
    <dgm:cxn modelId="{CC33B1E4-E2E5-BA4E-83A3-2B0FCCB66762}" type="presOf" srcId="{75A65768-2B2E-AA42-8BC4-2E2C0CC83CE1}" destId="{EDD221F8-0AAE-8941-92AF-B8C2EEBE5942}" srcOrd="1" destOrd="0" presId="urn:microsoft.com/office/officeart/2005/8/layout/venn1"/>
    <dgm:cxn modelId="{692EC0E6-B12A-D040-9F72-B0B688DCFC7C}" srcId="{D5A25B13-D90E-0140-8A0D-45D5F3C374E1}" destId="{270806A4-C615-9043-8CEF-3BFE9E5F37F0}" srcOrd="2" destOrd="0" parTransId="{487CBCF0-47C4-E34E-A7D2-0988F890302D}" sibTransId="{E9E34941-063E-5A43-8693-1EC31FFF04AA}"/>
    <dgm:cxn modelId="{F5428AE8-4EC2-FB4D-A9AF-3C54809B0DD0}" type="presOf" srcId="{75A65768-2B2E-AA42-8BC4-2E2C0CC83CE1}" destId="{CCD53603-4B7F-934D-8872-877FB61D3EBC}" srcOrd="0" destOrd="0" presId="urn:microsoft.com/office/officeart/2005/8/layout/venn1"/>
    <dgm:cxn modelId="{A0BAF47A-B8FE-4A41-AD63-DAE28CDBA745}" type="presParOf" srcId="{20635099-BEB8-2845-934E-3741C3F8A750}" destId="{EC895023-3D7D-8D41-A114-E6AD7778BAE4}" srcOrd="0" destOrd="0" presId="urn:microsoft.com/office/officeart/2005/8/layout/venn1"/>
    <dgm:cxn modelId="{0F2E722E-4E99-A746-8B1F-7C1A8DE07C43}" type="presParOf" srcId="{20635099-BEB8-2845-934E-3741C3F8A750}" destId="{8399EA1F-624F-8D40-A38B-AE3995FC0912}" srcOrd="1" destOrd="0" presId="urn:microsoft.com/office/officeart/2005/8/layout/venn1"/>
    <dgm:cxn modelId="{3C060727-4BFB-A948-B445-286E4747C3EB}" type="presParOf" srcId="{20635099-BEB8-2845-934E-3741C3F8A750}" destId="{CCD53603-4B7F-934D-8872-877FB61D3EBC}" srcOrd="2" destOrd="0" presId="urn:microsoft.com/office/officeart/2005/8/layout/venn1"/>
    <dgm:cxn modelId="{F954E0E9-A387-4743-92DE-34B02B3E8808}" type="presParOf" srcId="{20635099-BEB8-2845-934E-3741C3F8A750}" destId="{EDD221F8-0AAE-8941-92AF-B8C2EEBE5942}" srcOrd="3" destOrd="0" presId="urn:microsoft.com/office/officeart/2005/8/layout/venn1"/>
    <dgm:cxn modelId="{845ABDE9-8320-6442-8875-523D4722BD77}" type="presParOf" srcId="{20635099-BEB8-2845-934E-3741C3F8A750}" destId="{0A08B624-A65A-FD40-B2CD-0E9A9A2B0816}" srcOrd="4" destOrd="0" presId="urn:microsoft.com/office/officeart/2005/8/layout/venn1"/>
    <dgm:cxn modelId="{75CB2AE3-DE35-414E-ABFC-6BCEFF26FA0B}" type="presParOf" srcId="{20635099-BEB8-2845-934E-3741C3F8A750}" destId="{AC587B20-3662-484C-8ACC-5AD92AD818B2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82638E-1D35-A648-8829-861A0A45B4DF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E0A50F89-3A9A-0C45-92FC-072336B37AAD}">
      <dgm:prSet phldrT="[Text]"/>
      <dgm:spPr/>
      <dgm:t>
        <a:bodyPr/>
        <a:lstStyle/>
        <a:p>
          <a:r>
            <a:rPr lang="en-US" dirty="0"/>
            <a:t>Node 1</a:t>
          </a:r>
        </a:p>
      </dgm:t>
    </dgm:pt>
    <dgm:pt modelId="{7F16BF3B-CFE1-E24F-8334-AE4416A9B6B5}" type="parTrans" cxnId="{2A904C1E-F274-9F4F-8561-781ADEE5CCB6}">
      <dgm:prSet/>
      <dgm:spPr/>
      <dgm:t>
        <a:bodyPr/>
        <a:lstStyle/>
        <a:p>
          <a:endParaRPr lang="en-US"/>
        </a:p>
      </dgm:t>
    </dgm:pt>
    <dgm:pt modelId="{E9191CE6-7189-9B44-B8BF-C73617BBDDFC}" type="sibTrans" cxnId="{2A904C1E-F274-9F4F-8561-781ADEE5CCB6}">
      <dgm:prSet/>
      <dgm:spPr/>
      <dgm:t>
        <a:bodyPr/>
        <a:lstStyle/>
        <a:p>
          <a:endParaRPr lang="en-US"/>
        </a:p>
      </dgm:t>
    </dgm:pt>
    <dgm:pt modelId="{162D551F-2445-1F45-A9C3-06569CBDE4E7}">
      <dgm:prSet phldrT="[Text]"/>
      <dgm:spPr/>
      <dgm:t>
        <a:bodyPr/>
        <a:lstStyle/>
        <a:p>
          <a:r>
            <a:rPr lang="en-US" dirty="0"/>
            <a:t>Node 2</a:t>
          </a:r>
        </a:p>
      </dgm:t>
    </dgm:pt>
    <dgm:pt modelId="{19B10E09-6BA1-4445-9E27-784A21932A76}" type="parTrans" cxnId="{AFECE82F-F0F6-7842-8FB5-A858D4E75FEB}">
      <dgm:prSet/>
      <dgm:spPr/>
      <dgm:t>
        <a:bodyPr/>
        <a:lstStyle/>
        <a:p>
          <a:endParaRPr lang="en-US"/>
        </a:p>
      </dgm:t>
    </dgm:pt>
    <dgm:pt modelId="{75D85A9A-AE62-9844-A3AA-0A9BFB6ED938}" type="sibTrans" cxnId="{AFECE82F-F0F6-7842-8FB5-A858D4E75FEB}">
      <dgm:prSet/>
      <dgm:spPr/>
      <dgm:t>
        <a:bodyPr/>
        <a:lstStyle/>
        <a:p>
          <a:endParaRPr lang="en-US"/>
        </a:p>
      </dgm:t>
    </dgm:pt>
    <dgm:pt modelId="{D512B862-8F11-4A40-AF0C-3DF627F66D7B}">
      <dgm:prSet phldrT="[Text]"/>
      <dgm:spPr/>
      <dgm:t>
        <a:bodyPr/>
        <a:lstStyle/>
        <a:p>
          <a:r>
            <a:rPr lang="en-US" dirty="0"/>
            <a:t>Node 3</a:t>
          </a:r>
        </a:p>
      </dgm:t>
    </dgm:pt>
    <dgm:pt modelId="{31AE2338-3797-764E-AB37-CFC92A046D00}" type="parTrans" cxnId="{ADFE2362-3E73-6944-94E0-DA601E7E4A42}">
      <dgm:prSet/>
      <dgm:spPr/>
      <dgm:t>
        <a:bodyPr/>
        <a:lstStyle/>
        <a:p>
          <a:endParaRPr lang="en-US"/>
        </a:p>
      </dgm:t>
    </dgm:pt>
    <dgm:pt modelId="{E9C01DB0-4BC7-1A40-904C-4C21D3F43221}" type="sibTrans" cxnId="{ADFE2362-3E73-6944-94E0-DA601E7E4A42}">
      <dgm:prSet/>
      <dgm:spPr/>
      <dgm:t>
        <a:bodyPr/>
        <a:lstStyle/>
        <a:p>
          <a:endParaRPr lang="en-US"/>
        </a:p>
      </dgm:t>
    </dgm:pt>
    <dgm:pt modelId="{35A99352-4B7F-F843-9BA9-A80E0F385110}" type="pres">
      <dgm:prSet presAssocID="{9882638E-1D35-A648-8829-861A0A45B4DF}" presName="Name0" presStyleCnt="0">
        <dgm:presLayoutVars>
          <dgm:dir/>
          <dgm:resizeHandles val="exact"/>
        </dgm:presLayoutVars>
      </dgm:prSet>
      <dgm:spPr/>
    </dgm:pt>
    <dgm:pt modelId="{0A827949-9FC2-5041-AB65-9FFAB97E6C7E}" type="pres">
      <dgm:prSet presAssocID="{E0A50F89-3A9A-0C45-92FC-072336B37AAD}" presName="node" presStyleLbl="node1" presStyleIdx="0" presStyleCnt="3">
        <dgm:presLayoutVars>
          <dgm:bulletEnabled val="1"/>
        </dgm:presLayoutVars>
      </dgm:prSet>
      <dgm:spPr/>
    </dgm:pt>
    <dgm:pt modelId="{F94037A6-4244-0046-B398-A0EC09EA32DE}" type="pres">
      <dgm:prSet presAssocID="{E9191CE6-7189-9B44-B8BF-C73617BBDDFC}" presName="sibTrans" presStyleLbl="sibTrans2D1" presStyleIdx="0" presStyleCnt="2"/>
      <dgm:spPr/>
    </dgm:pt>
    <dgm:pt modelId="{BA60D876-90D2-4642-8301-F670A1D49F2D}" type="pres">
      <dgm:prSet presAssocID="{E9191CE6-7189-9B44-B8BF-C73617BBDDFC}" presName="connectorText" presStyleLbl="sibTrans2D1" presStyleIdx="0" presStyleCnt="2"/>
      <dgm:spPr/>
    </dgm:pt>
    <dgm:pt modelId="{C68AD0F1-1A5C-D641-82C1-C52F9B5BE3C5}" type="pres">
      <dgm:prSet presAssocID="{162D551F-2445-1F45-A9C3-06569CBDE4E7}" presName="node" presStyleLbl="node1" presStyleIdx="1" presStyleCnt="3">
        <dgm:presLayoutVars>
          <dgm:bulletEnabled val="1"/>
        </dgm:presLayoutVars>
      </dgm:prSet>
      <dgm:spPr/>
    </dgm:pt>
    <dgm:pt modelId="{CA81A780-E8FE-2E42-B937-75A66A2DA4B8}" type="pres">
      <dgm:prSet presAssocID="{75D85A9A-AE62-9844-A3AA-0A9BFB6ED938}" presName="sibTrans" presStyleLbl="sibTrans2D1" presStyleIdx="1" presStyleCnt="2"/>
      <dgm:spPr/>
    </dgm:pt>
    <dgm:pt modelId="{ECAD31D2-AA6D-CB48-98A9-F71845E50282}" type="pres">
      <dgm:prSet presAssocID="{75D85A9A-AE62-9844-A3AA-0A9BFB6ED938}" presName="connectorText" presStyleLbl="sibTrans2D1" presStyleIdx="1" presStyleCnt="2"/>
      <dgm:spPr/>
    </dgm:pt>
    <dgm:pt modelId="{A6D755CF-CB8E-8B4B-B411-E01328D5CCCD}" type="pres">
      <dgm:prSet presAssocID="{D512B862-8F11-4A40-AF0C-3DF627F66D7B}" presName="node" presStyleLbl="node1" presStyleIdx="2" presStyleCnt="3">
        <dgm:presLayoutVars>
          <dgm:bulletEnabled val="1"/>
        </dgm:presLayoutVars>
      </dgm:prSet>
      <dgm:spPr/>
    </dgm:pt>
  </dgm:ptLst>
  <dgm:cxnLst>
    <dgm:cxn modelId="{6C646208-1433-2541-BC2D-FABF7B779052}" type="presOf" srcId="{E9191CE6-7189-9B44-B8BF-C73617BBDDFC}" destId="{BA60D876-90D2-4642-8301-F670A1D49F2D}" srcOrd="1" destOrd="0" presId="urn:microsoft.com/office/officeart/2005/8/layout/process1"/>
    <dgm:cxn modelId="{2A904C1E-F274-9F4F-8561-781ADEE5CCB6}" srcId="{9882638E-1D35-A648-8829-861A0A45B4DF}" destId="{E0A50F89-3A9A-0C45-92FC-072336B37AAD}" srcOrd="0" destOrd="0" parTransId="{7F16BF3B-CFE1-E24F-8334-AE4416A9B6B5}" sibTransId="{E9191CE6-7189-9B44-B8BF-C73617BBDDFC}"/>
    <dgm:cxn modelId="{AFECE82F-F0F6-7842-8FB5-A858D4E75FEB}" srcId="{9882638E-1D35-A648-8829-861A0A45B4DF}" destId="{162D551F-2445-1F45-A9C3-06569CBDE4E7}" srcOrd="1" destOrd="0" parTransId="{19B10E09-6BA1-4445-9E27-784A21932A76}" sibTransId="{75D85A9A-AE62-9844-A3AA-0A9BFB6ED938}"/>
    <dgm:cxn modelId="{81E0F845-5940-AE46-85CF-175E6C0B8E56}" type="presOf" srcId="{E0A50F89-3A9A-0C45-92FC-072336B37AAD}" destId="{0A827949-9FC2-5041-AB65-9FFAB97E6C7E}" srcOrd="0" destOrd="0" presId="urn:microsoft.com/office/officeart/2005/8/layout/process1"/>
    <dgm:cxn modelId="{ADFE2362-3E73-6944-94E0-DA601E7E4A42}" srcId="{9882638E-1D35-A648-8829-861A0A45B4DF}" destId="{D512B862-8F11-4A40-AF0C-3DF627F66D7B}" srcOrd="2" destOrd="0" parTransId="{31AE2338-3797-764E-AB37-CFC92A046D00}" sibTransId="{E9C01DB0-4BC7-1A40-904C-4C21D3F43221}"/>
    <dgm:cxn modelId="{5DCA006B-B0DF-6D49-AB08-1B498B62105F}" type="presOf" srcId="{75D85A9A-AE62-9844-A3AA-0A9BFB6ED938}" destId="{CA81A780-E8FE-2E42-B937-75A66A2DA4B8}" srcOrd="0" destOrd="0" presId="urn:microsoft.com/office/officeart/2005/8/layout/process1"/>
    <dgm:cxn modelId="{C4A4A097-3FD0-E345-8CAC-217882CBF576}" type="presOf" srcId="{75D85A9A-AE62-9844-A3AA-0A9BFB6ED938}" destId="{ECAD31D2-AA6D-CB48-98A9-F71845E50282}" srcOrd="1" destOrd="0" presId="urn:microsoft.com/office/officeart/2005/8/layout/process1"/>
    <dgm:cxn modelId="{D5C6FBC3-CF31-4C4B-A012-7537F46693AE}" type="presOf" srcId="{D512B862-8F11-4A40-AF0C-3DF627F66D7B}" destId="{A6D755CF-CB8E-8B4B-B411-E01328D5CCCD}" srcOrd="0" destOrd="0" presId="urn:microsoft.com/office/officeart/2005/8/layout/process1"/>
    <dgm:cxn modelId="{684155C5-BE84-CD41-A953-C36CA0A23392}" type="presOf" srcId="{E9191CE6-7189-9B44-B8BF-C73617BBDDFC}" destId="{F94037A6-4244-0046-B398-A0EC09EA32DE}" srcOrd="0" destOrd="0" presId="urn:microsoft.com/office/officeart/2005/8/layout/process1"/>
    <dgm:cxn modelId="{55C881D6-48B7-8745-9205-0CEBA50ACBA0}" type="presOf" srcId="{9882638E-1D35-A648-8829-861A0A45B4DF}" destId="{35A99352-4B7F-F843-9BA9-A80E0F385110}" srcOrd="0" destOrd="0" presId="urn:microsoft.com/office/officeart/2005/8/layout/process1"/>
    <dgm:cxn modelId="{668D2DEF-4B92-4747-94AC-06AD5B9E61E1}" type="presOf" srcId="{162D551F-2445-1F45-A9C3-06569CBDE4E7}" destId="{C68AD0F1-1A5C-D641-82C1-C52F9B5BE3C5}" srcOrd="0" destOrd="0" presId="urn:microsoft.com/office/officeart/2005/8/layout/process1"/>
    <dgm:cxn modelId="{0A196888-417B-464A-9B55-EC059FB3D109}" type="presParOf" srcId="{35A99352-4B7F-F843-9BA9-A80E0F385110}" destId="{0A827949-9FC2-5041-AB65-9FFAB97E6C7E}" srcOrd="0" destOrd="0" presId="urn:microsoft.com/office/officeart/2005/8/layout/process1"/>
    <dgm:cxn modelId="{67D5E21E-7392-B641-97F0-69BAF8AE0EB7}" type="presParOf" srcId="{35A99352-4B7F-F843-9BA9-A80E0F385110}" destId="{F94037A6-4244-0046-B398-A0EC09EA32DE}" srcOrd="1" destOrd="0" presId="urn:microsoft.com/office/officeart/2005/8/layout/process1"/>
    <dgm:cxn modelId="{CD29EE4B-F10B-7843-B5B1-3A2B8A2AEDF4}" type="presParOf" srcId="{F94037A6-4244-0046-B398-A0EC09EA32DE}" destId="{BA60D876-90D2-4642-8301-F670A1D49F2D}" srcOrd="0" destOrd="0" presId="urn:microsoft.com/office/officeart/2005/8/layout/process1"/>
    <dgm:cxn modelId="{484A95BA-59D6-FA45-A4DC-41F657B2C55C}" type="presParOf" srcId="{35A99352-4B7F-F843-9BA9-A80E0F385110}" destId="{C68AD0F1-1A5C-D641-82C1-C52F9B5BE3C5}" srcOrd="2" destOrd="0" presId="urn:microsoft.com/office/officeart/2005/8/layout/process1"/>
    <dgm:cxn modelId="{B586C861-ACA6-4F4D-BEC3-691999E90C22}" type="presParOf" srcId="{35A99352-4B7F-F843-9BA9-A80E0F385110}" destId="{CA81A780-E8FE-2E42-B937-75A66A2DA4B8}" srcOrd="3" destOrd="0" presId="urn:microsoft.com/office/officeart/2005/8/layout/process1"/>
    <dgm:cxn modelId="{AB6FB485-AD3A-EB43-99BF-161C3FB3AF3D}" type="presParOf" srcId="{CA81A780-E8FE-2E42-B937-75A66A2DA4B8}" destId="{ECAD31D2-AA6D-CB48-98A9-F71845E50282}" srcOrd="0" destOrd="0" presId="urn:microsoft.com/office/officeart/2005/8/layout/process1"/>
    <dgm:cxn modelId="{29B56037-C536-DE41-ABFF-81EA6F5F3FEE}" type="presParOf" srcId="{35A99352-4B7F-F843-9BA9-A80E0F385110}" destId="{A6D755CF-CB8E-8B4B-B411-E01328D5CCC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9BE5966-84AA-FC40-BCC1-7E292D49F2FC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64C718-C09B-A648-9B2B-04DBA2A4F07A}">
      <dgm:prSet phldrT="[Text]"/>
      <dgm:spPr/>
      <dgm:t>
        <a:bodyPr/>
        <a:lstStyle/>
        <a:p>
          <a:r>
            <a:rPr lang="en-US" dirty="0"/>
            <a:t>CEO</a:t>
          </a:r>
        </a:p>
      </dgm:t>
    </dgm:pt>
    <dgm:pt modelId="{0183B62D-1AF2-484F-8FF9-F6F522AB599D}" type="parTrans" cxnId="{B5417C78-8A6D-2D40-B077-3BE01E5A8E93}">
      <dgm:prSet/>
      <dgm:spPr/>
      <dgm:t>
        <a:bodyPr/>
        <a:lstStyle/>
        <a:p>
          <a:endParaRPr lang="en-US"/>
        </a:p>
      </dgm:t>
    </dgm:pt>
    <dgm:pt modelId="{4F0F5A74-9B17-0146-BBC8-3FF2B7A7A66F}" type="sibTrans" cxnId="{B5417C78-8A6D-2D40-B077-3BE01E5A8E93}">
      <dgm:prSet/>
      <dgm:spPr/>
      <dgm:t>
        <a:bodyPr/>
        <a:lstStyle/>
        <a:p>
          <a:endParaRPr lang="en-US"/>
        </a:p>
      </dgm:t>
    </dgm:pt>
    <dgm:pt modelId="{354AB2A8-D536-7948-9A4B-C4E5BA28DD43}">
      <dgm:prSet phldrT="[Text]"/>
      <dgm:spPr/>
      <dgm:t>
        <a:bodyPr/>
        <a:lstStyle/>
        <a:p>
          <a:r>
            <a:rPr lang="en-US" dirty="0"/>
            <a:t>VP </a:t>
          </a:r>
          <a:r>
            <a:rPr lang="en-US" b="0" dirty="0"/>
            <a:t>Sales</a:t>
          </a:r>
          <a:endParaRPr lang="en-US" dirty="0"/>
        </a:p>
      </dgm:t>
    </dgm:pt>
    <dgm:pt modelId="{7E1BE60B-E2ED-0445-B57C-55CE1C30BA8D}" type="parTrans" cxnId="{A0CD0349-A090-054D-803A-A2FD1FB62DDE}">
      <dgm:prSet/>
      <dgm:spPr/>
      <dgm:t>
        <a:bodyPr/>
        <a:lstStyle/>
        <a:p>
          <a:endParaRPr lang="en-US"/>
        </a:p>
      </dgm:t>
    </dgm:pt>
    <dgm:pt modelId="{78459B52-1549-4D4E-BB96-81F90FD92F4C}" type="sibTrans" cxnId="{A0CD0349-A090-054D-803A-A2FD1FB62DDE}">
      <dgm:prSet/>
      <dgm:spPr/>
      <dgm:t>
        <a:bodyPr/>
        <a:lstStyle/>
        <a:p>
          <a:endParaRPr lang="en-US"/>
        </a:p>
      </dgm:t>
    </dgm:pt>
    <dgm:pt modelId="{957AA20C-4D58-A14A-B0B1-E5CF7A8AEDED}">
      <dgm:prSet phldrT="[Text]"/>
      <dgm:spPr/>
      <dgm:t>
        <a:bodyPr/>
        <a:lstStyle/>
        <a:p>
          <a:r>
            <a:rPr lang="en-US" dirty="0"/>
            <a:t>VP </a:t>
          </a:r>
          <a:r>
            <a:rPr lang="en-US" b="0" dirty="0"/>
            <a:t>Engineering</a:t>
          </a:r>
          <a:endParaRPr lang="en-US" dirty="0"/>
        </a:p>
      </dgm:t>
    </dgm:pt>
    <dgm:pt modelId="{54CE2FA4-3FB0-FF44-88CA-E10A1F5A8440}" type="parTrans" cxnId="{DB734F95-F56F-7B49-B688-C4964D437CF7}">
      <dgm:prSet/>
      <dgm:spPr/>
      <dgm:t>
        <a:bodyPr/>
        <a:lstStyle/>
        <a:p>
          <a:endParaRPr lang="en-US"/>
        </a:p>
      </dgm:t>
    </dgm:pt>
    <dgm:pt modelId="{C95D35E9-4C5C-EC4C-9D06-71C443C463D5}" type="sibTrans" cxnId="{DB734F95-F56F-7B49-B688-C4964D437CF7}">
      <dgm:prSet/>
      <dgm:spPr/>
      <dgm:t>
        <a:bodyPr/>
        <a:lstStyle/>
        <a:p>
          <a:endParaRPr lang="en-US"/>
        </a:p>
      </dgm:t>
    </dgm:pt>
    <dgm:pt modelId="{40BF2AB5-6A88-DB41-8F09-5C049CE91B23}" type="pres">
      <dgm:prSet presAssocID="{09BE5966-84AA-FC40-BCC1-7E292D49F2F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740E23F-B606-5C4C-9F7F-F4AA517CA40E}" type="pres">
      <dgm:prSet presAssocID="{5064C718-C09B-A648-9B2B-04DBA2A4F07A}" presName="hierRoot1" presStyleCnt="0">
        <dgm:presLayoutVars>
          <dgm:hierBranch val="init"/>
        </dgm:presLayoutVars>
      </dgm:prSet>
      <dgm:spPr/>
    </dgm:pt>
    <dgm:pt modelId="{17AD61A5-AF0C-7243-8087-E7E18D7FA8A9}" type="pres">
      <dgm:prSet presAssocID="{5064C718-C09B-A648-9B2B-04DBA2A4F07A}" presName="rootComposite1" presStyleCnt="0"/>
      <dgm:spPr/>
    </dgm:pt>
    <dgm:pt modelId="{1BCD02C6-F2A3-ED47-BD1A-F1351BCC9F50}" type="pres">
      <dgm:prSet presAssocID="{5064C718-C09B-A648-9B2B-04DBA2A4F07A}" presName="rootText1" presStyleLbl="node0" presStyleIdx="0" presStyleCnt="1">
        <dgm:presLayoutVars>
          <dgm:chPref val="3"/>
        </dgm:presLayoutVars>
      </dgm:prSet>
      <dgm:spPr/>
    </dgm:pt>
    <dgm:pt modelId="{38B95949-971E-064E-9230-5F06E52503B4}" type="pres">
      <dgm:prSet presAssocID="{5064C718-C09B-A648-9B2B-04DBA2A4F07A}" presName="rootConnector1" presStyleLbl="node1" presStyleIdx="0" presStyleCnt="0"/>
      <dgm:spPr/>
    </dgm:pt>
    <dgm:pt modelId="{87E29ED3-01FF-D54B-B60A-4D98CDFCA772}" type="pres">
      <dgm:prSet presAssocID="{5064C718-C09B-A648-9B2B-04DBA2A4F07A}" presName="hierChild2" presStyleCnt="0"/>
      <dgm:spPr/>
    </dgm:pt>
    <dgm:pt modelId="{69237125-5DD7-094D-BBA2-977EF0251857}" type="pres">
      <dgm:prSet presAssocID="{7E1BE60B-E2ED-0445-B57C-55CE1C30BA8D}" presName="Name37" presStyleLbl="parChTrans1D2" presStyleIdx="0" presStyleCnt="2"/>
      <dgm:spPr/>
    </dgm:pt>
    <dgm:pt modelId="{9329C404-AE12-8141-8E78-0012B279F61E}" type="pres">
      <dgm:prSet presAssocID="{354AB2A8-D536-7948-9A4B-C4E5BA28DD43}" presName="hierRoot2" presStyleCnt="0">
        <dgm:presLayoutVars>
          <dgm:hierBranch val="init"/>
        </dgm:presLayoutVars>
      </dgm:prSet>
      <dgm:spPr/>
    </dgm:pt>
    <dgm:pt modelId="{C4EB2822-9533-6A4B-8121-A1186AD9FBE0}" type="pres">
      <dgm:prSet presAssocID="{354AB2A8-D536-7948-9A4B-C4E5BA28DD43}" presName="rootComposite" presStyleCnt="0"/>
      <dgm:spPr/>
    </dgm:pt>
    <dgm:pt modelId="{03B704C9-4F4F-3642-9479-A428DA626CDA}" type="pres">
      <dgm:prSet presAssocID="{354AB2A8-D536-7948-9A4B-C4E5BA28DD43}" presName="rootText" presStyleLbl="node2" presStyleIdx="0" presStyleCnt="2">
        <dgm:presLayoutVars>
          <dgm:chPref val="3"/>
        </dgm:presLayoutVars>
      </dgm:prSet>
      <dgm:spPr/>
    </dgm:pt>
    <dgm:pt modelId="{5142580E-76B6-DB44-BAC0-D8C739791544}" type="pres">
      <dgm:prSet presAssocID="{354AB2A8-D536-7948-9A4B-C4E5BA28DD43}" presName="rootConnector" presStyleLbl="node2" presStyleIdx="0" presStyleCnt="2"/>
      <dgm:spPr/>
    </dgm:pt>
    <dgm:pt modelId="{E742960E-2051-334B-8586-8254E7C27A50}" type="pres">
      <dgm:prSet presAssocID="{354AB2A8-D536-7948-9A4B-C4E5BA28DD43}" presName="hierChild4" presStyleCnt="0"/>
      <dgm:spPr/>
    </dgm:pt>
    <dgm:pt modelId="{9D19A27D-C450-2347-B172-5DCF0F18A58E}" type="pres">
      <dgm:prSet presAssocID="{354AB2A8-D536-7948-9A4B-C4E5BA28DD43}" presName="hierChild5" presStyleCnt="0"/>
      <dgm:spPr/>
    </dgm:pt>
    <dgm:pt modelId="{690B50F1-9386-5644-BD18-9D59DDE36696}" type="pres">
      <dgm:prSet presAssocID="{54CE2FA4-3FB0-FF44-88CA-E10A1F5A8440}" presName="Name37" presStyleLbl="parChTrans1D2" presStyleIdx="1" presStyleCnt="2"/>
      <dgm:spPr/>
    </dgm:pt>
    <dgm:pt modelId="{05575E25-134D-0A43-8898-356ABB110A8B}" type="pres">
      <dgm:prSet presAssocID="{957AA20C-4D58-A14A-B0B1-E5CF7A8AEDED}" presName="hierRoot2" presStyleCnt="0">
        <dgm:presLayoutVars>
          <dgm:hierBranch val="init"/>
        </dgm:presLayoutVars>
      </dgm:prSet>
      <dgm:spPr/>
    </dgm:pt>
    <dgm:pt modelId="{B349820B-4E28-9E4D-9120-6BA3BE5F3340}" type="pres">
      <dgm:prSet presAssocID="{957AA20C-4D58-A14A-B0B1-E5CF7A8AEDED}" presName="rootComposite" presStyleCnt="0"/>
      <dgm:spPr/>
    </dgm:pt>
    <dgm:pt modelId="{DAA50DF5-BF14-E244-8CA9-084D4FCFCBC8}" type="pres">
      <dgm:prSet presAssocID="{957AA20C-4D58-A14A-B0B1-E5CF7A8AEDED}" presName="rootText" presStyleLbl="node2" presStyleIdx="1" presStyleCnt="2">
        <dgm:presLayoutVars>
          <dgm:chPref val="3"/>
        </dgm:presLayoutVars>
      </dgm:prSet>
      <dgm:spPr/>
    </dgm:pt>
    <dgm:pt modelId="{00D8F2F4-202F-044D-AA80-00A319D5590A}" type="pres">
      <dgm:prSet presAssocID="{957AA20C-4D58-A14A-B0B1-E5CF7A8AEDED}" presName="rootConnector" presStyleLbl="node2" presStyleIdx="1" presStyleCnt="2"/>
      <dgm:spPr/>
    </dgm:pt>
    <dgm:pt modelId="{EB718BFF-DB4D-5949-B3DA-E5C4194393B0}" type="pres">
      <dgm:prSet presAssocID="{957AA20C-4D58-A14A-B0B1-E5CF7A8AEDED}" presName="hierChild4" presStyleCnt="0"/>
      <dgm:spPr/>
    </dgm:pt>
    <dgm:pt modelId="{FA6B6B70-5352-0542-832B-19067E63C607}" type="pres">
      <dgm:prSet presAssocID="{957AA20C-4D58-A14A-B0B1-E5CF7A8AEDED}" presName="hierChild5" presStyleCnt="0"/>
      <dgm:spPr/>
    </dgm:pt>
    <dgm:pt modelId="{566530A5-412A-1245-957F-495359933104}" type="pres">
      <dgm:prSet presAssocID="{5064C718-C09B-A648-9B2B-04DBA2A4F07A}" presName="hierChild3" presStyleCnt="0"/>
      <dgm:spPr/>
    </dgm:pt>
  </dgm:ptLst>
  <dgm:cxnLst>
    <dgm:cxn modelId="{06A31018-943D-4D4D-AD8C-5F7E577E206C}" type="presOf" srcId="{354AB2A8-D536-7948-9A4B-C4E5BA28DD43}" destId="{5142580E-76B6-DB44-BAC0-D8C739791544}" srcOrd="1" destOrd="0" presId="urn:microsoft.com/office/officeart/2005/8/layout/orgChart1"/>
    <dgm:cxn modelId="{FEF2F51F-E783-0043-9DE2-F52707FBE790}" type="presOf" srcId="{354AB2A8-D536-7948-9A4B-C4E5BA28DD43}" destId="{03B704C9-4F4F-3642-9479-A428DA626CDA}" srcOrd="0" destOrd="0" presId="urn:microsoft.com/office/officeart/2005/8/layout/orgChart1"/>
    <dgm:cxn modelId="{718D132A-5B76-9D4C-A569-F09F291532EB}" type="presOf" srcId="{7E1BE60B-E2ED-0445-B57C-55CE1C30BA8D}" destId="{69237125-5DD7-094D-BBA2-977EF0251857}" srcOrd="0" destOrd="0" presId="urn:microsoft.com/office/officeart/2005/8/layout/orgChart1"/>
    <dgm:cxn modelId="{526D8A37-4BC5-6C45-BF2C-190D91170871}" type="presOf" srcId="{09BE5966-84AA-FC40-BCC1-7E292D49F2FC}" destId="{40BF2AB5-6A88-DB41-8F09-5C049CE91B23}" srcOrd="0" destOrd="0" presId="urn:microsoft.com/office/officeart/2005/8/layout/orgChart1"/>
    <dgm:cxn modelId="{A0CD0349-A090-054D-803A-A2FD1FB62DDE}" srcId="{5064C718-C09B-A648-9B2B-04DBA2A4F07A}" destId="{354AB2A8-D536-7948-9A4B-C4E5BA28DD43}" srcOrd="0" destOrd="0" parTransId="{7E1BE60B-E2ED-0445-B57C-55CE1C30BA8D}" sibTransId="{78459B52-1549-4D4E-BB96-81F90FD92F4C}"/>
    <dgm:cxn modelId="{B2696058-3440-5B4F-B8A4-BE0E3E263604}" type="presOf" srcId="{957AA20C-4D58-A14A-B0B1-E5CF7A8AEDED}" destId="{00D8F2F4-202F-044D-AA80-00A319D5590A}" srcOrd="1" destOrd="0" presId="urn:microsoft.com/office/officeart/2005/8/layout/orgChart1"/>
    <dgm:cxn modelId="{865C876F-6DAC-D24B-BD9F-A55DB41FEF29}" type="presOf" srcId="{5064C718-C09B-A648-9B2B-04DBA2A4F07A}" destId="{1BCD02C6-F2A3-ED47-BD1A-F1351BCC9F50}" srcOrd="0" destOrd="0" presId="urn:microsoft.com/office/officeart/2005/8/layout/orgChart1"/>
    <dgm:cxn modelId="{B5417C78-8A6D-2D40-B077-3BE01E5A8E93}" srcId="{09BE5966-84AA-FC40-BCC1-7E292D49F2FC}" destId="{5064C718-C09B-A648-9B2B-04DBA2A4F07A}" srcOrd="0" destOrd="0" parTransId="{0183B62D-1AF2-484F-8FF9-F6F522AB599D}" sibTransId="{4F0F5A74-9B17-0146-BBC8-3FF2B7A7A66F}"/>
    <dgm:cxn modelId="{6B69AA88-FEC2-1F47-A294-A60EB92C06D8}" type="presOf" srcId="{5064C718-C09B-A648-9B2B-04DBA2A4F07A}" destId="{38B95949-971E-064E-9230-5F06E52503B4}" srcOrd="1" destOrd="0" presId="urn:microsoft.com/office/officeart/2005/8/layout/orgChart1"/>
    <dgm:cxn modelId="{DB734F95-F56F-7B49-B688-C4964D437CF7}" srcId="{5064C718-C09B-A648-9B2B-04DBA2A4F07A}" destId="{957AA20C-4D58-A14A-B0B1-E5CF7A8AEDED}" srcOrd="1" destOrd="0" parTransId="{54CE2FA4-3FB0-FF44-88CA-E10A1F5A8440}" sibTransId="{C95D35E9-4C5C-EC4C-9D06-71C443C463D5}"/>
    <dgm:cxn modelId="{3DF307E9-F193-0B41-9E0A-424AFE9C623E}" type="presOf" srcId="{54CE2FA4-3FB0-FF44-88CA-E10A1F5A8440}" destId="{690B50F1-9386-5644-BD18-9D59DDE36696}" srcOrd="0" destOrd="0" presId="urn:microsoft.com/office/officeart/2005/8/layout/orgChart1"/>
    <dgm:cxn modelId="{AA21CFFC-3ED5-CA4B-ACE1-5232C72DCA22}" type="presOf" srcId="{957AA20C-4D58-A14A-B0B1-E5CF7A8AEDED}" destId="{DAA50DF5-BF14-E244-8CA9-084D4FCFCBC8}" srcOrd="0" destOrd="0" presId="urn:microsoft.com/office/officeart/2005/8/layout/orgChart1"/>
    <dgm:cxn modelId="{84F7CAB7-168F-7B41-B09E-35011021C5D4}" type="presParOf" srcId="{40BF2AB5-6A88-DB41-8F09-5C049CE91B23}" destId="{1740E23F-B606-5C4C-9F7F-F4AA517CA40E}" srcOrd="0" destOrd="0" presId="urn:microsoft.com/office/officeart/2005/8/layout/orgChart1"/>
    <dgm:cxn modelId="{96C1CF89-0704-A249-8C51-875529743B92}" type="presParOf" srcId="{1740E23F-B606-5C4C-9F7F-F4AA517CA40E}" destId="{17AD61A5-AF0C-7243-8087-E7E18D7FA8A9}" srcOrd="0" destOrd="0" presId="urn:microsoft.com/office/officeart/2005/8/layout/orgChart1"/>
    <dgm:cxn modelId="{6A47B446-6ADC-8744-8C38-01010B334B2B}" type="presParOf" srcId="{17AD61A5-AF0C-7243-8087-E7E18D7FA8A9}" destId="{1BCD02C6-F2A3-ED47-BD1A-F1351BCC9F50}" srcOrd="0" destOrd="0" presId="urn:microsoft.com/office/officeart/2005/8/layout/orgChart1"/>
    <dgm:cxn modelId="{2C59F9AD-5D01-3549-A3E8-12B912E37771}" type="presParOf" srcId="{17AD61A5-AF0C-7243-8087-E7E18D7FA8A9}" destId="{38B95949-971E-064E-9230-5F06E52503B4}" srcOrd="1" destOrd="0" presId="urn:microsoft.com/office/officeart/2005/8/layout/orgChart1"/>
    <dgm:cxn modelId="{397FD3AE-43E4-3545-9DF8-4B0C688C66E9}" type="presParOf" srcId="{1740E23F-B606-5C4C-9F7F-F4AA517CA40E}" destId="{87E29ED3-01FF-D54B-B60A-4D98CDFCA772}" srcOrd="1" destOrd="0" presId="urn:microsoft.com/office/officeart/2005/8/layout/orgChart1"/>
    <dgm:cxn modelId="{2B9A5885-3224-D747-8C9E-FA004AF80F2A}" type="presParOf" srcId="{87E29ED3-01FF-D54B-B60A-4D98CDFCA772}" destId="{69237125-5DD7-094D-BBA2-977EF0251857}" srcOrd="0" destOrd="0" presId="urn:microsoft.com/office/officeart/2005/8/layout/orgChart1"/>
    <dgm:cxn modelId="{22A77E26-079A-944F-A0E7-21824B856767}" type="presParOf" srcId="{87E29ED3-01FF-D54B-B60A-4D98CDFCA772}" destId="{9329C404-AE12-8141-8E78-0012B279F61E}" srcOrd="1" destOrd="0" presId="urn:microsoft.com/office/officeart/2005/8/layout/orgChart1"/>
    <dgm:cxn modelId="{378455DB-C301-5F44-ABBC-F12A18216088}" type="presParOf" srcId="{9329C404-AE12-8141-8E78-0012B279F61E}" destId="{C4EB2822-9533-6A4B-8121-A1186AD9FBE0}" srcOrd="0" destOrd="0" presId="urn:microsoft.com/office/officeart/2005/8/layout/orgChart1"/>
    <dgm:cxn modelId="{9A4CDFBB-4D18-0C43-911F-7185367F73BB}" type="presParOf" srcId="{C4EB2822-9533-6A4B-8121-A1186AD9FBE0}" destId="{03B704C9-4F4F-3642-9479-A428DA626CDA}" srcOrd="0" destOrd="0" presId="urn:microsoft.com/office/officeart/2005/8/layout/orgChart1"/>
    <dgm:cxn modelId="{A2AB9401-CEAC-CE40-8EDD-3CE80EF76F63}" type="presParOf" srcId="{C4EB2822-9533-6A4B-8121-A1186AD9FBE0}" destId="{5142580E-76B6-DB44-BAC0-D8C739791544}" srcOrd="1" destOrd="0" presId="urn:microsoft.com/office/officeart/2005/8/layout/orgChart1"/>
    <dgm:cxn modelId="{8DBC3789-8BB7-224E-81E7-AA168295F16B}" type="presParOf" srcId="{9329C404-AE12-8141-8E78-0012B279F61E}" destId="{E742960E-2051-334B-8586-8254E7C27A50}" srcOrd="1" destOrd="0" presId="urn:microsoft.com/office/officeart/2005/8/layout/orgChart1"/>
    <dgm:cxn modelId="{4B18B19A-2B28-954D-A7C2-894285ECAC7C}" type="presParOf" srcId="{9329C404-AE12-8141-8E78-0012B279F61E}" destId="{9D19A27D-C450-2347-B172-5DCF0F18A58E}" srcOrd="2" destOrd="0" presId="urn:microsoft.com/office/officeart/2005/8/layout/orgChart1"/>
    <dgm:cxn modelId="{852357F0-335B-594E-9054-4451C6903810}" type="presParOf" srcId="{87E29ED3-01FF-D54B-B60A-4D98CDFCA772}" destId="{690B50F1-9386-5644-BD18-9D59DDE36696}" srcOrd="2" destOrd="0" presId="urn:microsoft.com/office/officeart/2005/8/layout/orgChart1"/>
    <dgm:cxn modelId="{5E93B563-AD4C-B64C-AE70-DD37FBE2D21E}" type="presParOf" srcId="{87E29ED3-01FF-D54B-B60A-4D98CDFCA772}" destId="{05575E25-134D-0A43-8898-356ABB110A8B}" srcOrd="3" destOrd="0" presId="urn:microsoft.com/office/officeart/2005/8/layout/orgChart1"/>
    <dgm:cxn modelId="{4ECF818F-8E33-254B-ACF2-F8489A887EC1}" type="presParOf" srcId="{05575E25-134D-0A43-8898-356ABB110A8B}" destId="{B349820B-4E28-9E4D-9120-6BA3BE5F3340}" srcOrd="0" destOrd="0" presId="urn:microsoft.com/office/officeart/2005/8/layout/orgChart1"/>
    <dgm:cxn modelId="{385F6CF2-DC04-EA47-9366-DB2B5ECA71D4}" type="presParOf" srcId="{B349820B-4E28-9E4D-9120-6BA3BE5F3340}" destId="{DAA50DF5-BF14-E244-8CA9-084D4FCFCBC8}" srcOrd="0" destOrd="0" presId="urn:microsoft.com/office/officeart/2005/8/layout/orgChart1"/>
    <dgm:cxn modelId="{9569233A-0FF8-E745-B743-2AD37C254591}" type="presParOf" srcId="{B349820B-4E28-9E4D-9120-6BA3BE5F3340}" destId="{00D8F2F4-202F-044D-AA80-00A319D5590A}" srcOrd="1" destOrd="0" presId="urn:microsoft.com/office/officeart/2005/8/layout/orgChart1"/>
    <dgm:cxn modelId="{A2592E6C-B56F-B84F-B9BA-6E0E0FE82100}" type="presParOf" srcId="{05575E25-134D-0A43-8898-356ABB110A8B}" destId="{EB718BFF-DB4D-5949-B3DA-E5C4194393B0}" srcOrd="1" destOrd="0" presId="urn:microsoft.com/office/officeart/2005/8/layout/orgChart1"/>
    <dgm:cxn modelId="{EA94ADB2-83B4-594E-BA96-8F0855E81760}" type="presParOf" srcId="{05575E25-134D-0A43-8898-356ABB110A8B}" destId="{FA6B6B70-5352-0542-832B-19067E63C607}" srcOrd="2" destOrd="0" presId="urn:microsoft.com/office/officeart/2005/8/layout/orgChart1"/>
    <dgm:cxn modelId="{A4101AA6-B779-D544-9B0F-0F72C3D2FB8F}" type="presParOf" srcId="{1740E23F-B606-5C4C-9F7F-F4AA517CA40E}" destId="{566530A5-412A-1245-957F-49535993310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054FA8D-97EB-4D40-96B4-EC1897A5BA8B}" type="doc">
      <dgm:prSet loTypeId="urn:microsoft.com/office/officeart/2005/8/layout/cycle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77AE44-04A5-5945-99CE-478670A4DEA7}">
      <dgm:prSet phldrT="[Text]"/>
      <dgm:spPr/>
      <dgm:t>
        <a:bodyPr/>
        <a:lstStyle/>
        <a:p>
          <a:r>
            <a:rPr lang="en-US" dirty="0"/>
            <a:t>Plan</a:t>
          </a:r>
        </a:p>
      </dgm:t>
    </dgm:pt>
    <dgm:pt modelId="{77587F8F-12E9-B342-99F1-776E2E38468E}" type="parTrans" cxnId="{1BE35698-55E3-9C45-AA3D-6591AFAED290}">
      <dgm:prSet/>
      <dgm:spPr/>
      <dgm:t>
        <a:bodyPr/>
        <a:lstStyle/>
        <a:p>
          <a:endParaRPr lang="en-US"/>
        </a:p>
      </dgm:t>
    </dgm:pt>
    <dgm:pt modelId="{1EFF8A4F-6B63-3947-B299-92B0519EEDFC}" type="sibTrans" cxnId="{1BE35698-55E3-9C45-AA3D-6591AFAED290}">
      <dgm:prSet/>
      <dgm:spPr/>
      <dgm:t>
        <a:bodyPr/>
        <a:lstStyle/>
        <a:p>
          <a:endParaRPr lang="en-US"/>
        </a:p>
      </dgm:t>
    </dgm:pt>
    <dgm:pt modelId="{19BD4B14-462F-4E4B-BEC7-C096BDF88725}">
      <dgm:prSet phldrT="[Text]"/>
      <dgm:spPr/>
      <dgm:t>
        <a:bodyPr/>
        <a:lstStyle/>
        <a:p>
          <a:r>
            <a:rPr lang="en-US" dirty="0"/>
            <a:t>Do</a:t>
          </a:r>
        </a:p>
      </dgm:t>
    </dgm:pt>
    <dgm:pt modelId="{C2A721BB-65A6-E14A-B3E7-8B1214BB5314}" type="parTrans" cxnId="{0E5B8368-D734-8546-96C7-F95BA182CF86}">
      <dgm:prSet/>
      <dgm:spPr/>
      <dgm:t>
        <a:bodyPr/>
        <a:lstStyle/>
        <a:p>
          <a:endParaRPr lang="en-US"/>
        </a:p>
      </dgm:t>
    </dgm:pt>
    <dgm:pt modelId="{7BC10D94-1450-F04F-B279-8C56BB164BFF}" type="sibTrans" cxnId="{0E5B8368-D734-8546-96C7-F95BA182CF86}">
      <dgm:prSet/>
      <dgm:spPr/>
      <dgm:t>
        <a:bodyPr/>
        <a:lstStyle/>
        <a:p>
          <a:endParaRPr lang="en-US"/>
        </a:p>
      </dgm:t>
    </dgm:pt>
    <dgm:pt modelId="{14ED2C7A-4F40-4F49-9F3D-B9BD3BE86D98}">
      <dgm:prSet phldrT="[Text]"/>
      <dgm:spPr/>
      <dgm:t>
        <a:bodyPr/>
        <a:lstStyle/>
        <a:p>
          <a:r>
            <a:rPr lang="en-US" dirty="0"/>
            <a:t>Check</a:t>
          </a:r>
        </a:p>
      </dgm:t>
    </dgm:pt>
    <dgm:pt modelId="{8282EF6F-4CC4-3D46-9726-CEA16131680A}" type="parTrans" cxnId="{3A7248C5-0114-1843-8F0B-20A8DC6C5075}">
      <dgm:prSet/>
      <dgm:spPr/>
      <dgm:t>
        <a:bodyPr/>
        <a:lstStyle/>
        <a:p>
          <a:endParaRPr lang="en-US"/>
        </a:p>
      </dgm:t>
    </dgm:pt>
    <dgm:pt modelId="{05A80169-A987-E541-B65C-0EA510C36720}" type="sibTrans" cxnId="{3A7248C5-0114-1843-8F0B-20A8DC6C5075}">
      <dgm:prSet/>
      <dgm:spPr/>
      <dgm:t>
        <a:bodyPr/>
        <a:lstStyle/>
        <a:p>
          <a:endParaRPr lang="en-US"/>
        </a:p>
      </dgm:t>
    </dgm:pt>
    <dgm:pt modelId="{A01763A1-101B-0D4A-BE2F-68CD54DC6FDA}">
      <dgm:prSet phldrT="[Text]"/>
      <dgm:spPr/>
      <dgm:t>
        <a:bodyPr/>
        <a:lstStyle/>
        <a:p>
          <a:r>
            <a:rPr lang="en-US" dirty="0"/>
            <a:t>Act</a:t>
          </a:r>
        </a:p>
      </dgm:t>
    </dgm:pt>
    <dgm:pt modelId="{AFCB7D3F-9801-4A42-8E53-A9F81148D550}" type="parTrans" cxnId="{8D0747CC-5EF7-634F-9667-C3D22B57C4A1}">
      <dgm:prSet/>
      <dgm:spPr/>
      <dgm:t>
        <a:bodyPr/>
        <a:lstStyle/>
        <a:p>
          <a:endParaRPr lang="en-US"/>
        </a:p>
      </dgm:t>
    </dgm:pt>
    <dgm:pt modelId="{492868DD-65A8-034A-8184-5CFD3E80D823}" type="sibTrans" cxnId="{8D0747CC-5EF7-634F-9667-C3D22B57C4A1}">
      <dgm:prSet/>
      <dgm:spPr/>
      <dgm:t>
        <a:bodyPr/>
        <a:lstStyle/>
        <a:p>
          <a:endParaRPr lang="en-US"/>
        </a:p>
      </dgm:t>
    </dgm:pt>
    <dgm:pt modelId="{43F3459B-807C-A941-9B94-2B55CE02A3C2}" type="pres">
      <dgm:prSet presAssocID="{1054FA8D-97EB-4D40-96B4-EC1897A5BA8B}" presName="cycle" presStyleCnt="0">
        <dgm:presLayoutVars>
          <dgm:dir/>
          <dgm:resizeHandles val="exact"/>
        </dgm:presLayoutVars>
      </dgm:prSet>
      <dgm:spPr/>
    </dgm:pt>
    <dgm:pt modelId="{12B4170D-A91E-2C42-AA20-BBB2A7C60634}" type="pres">
      <dgm:prSet presAssocID="{7A77AE44-04A5-5945-99CE-478670A4DEA7}" presName="node" presStyleLbl="node1" presStyleIdx="0" presStyleCnt="4">
        <dgm:presLayoutVars>
          <dgm:bulletEnabled val="1"/>
        </dgm:presLayoutVars>
      </dgm:prSet>
      <dgm:spPr/>
    </dgm:pt>
    <dgm:pt modelId="{6185B389-10BE-4445-A6BC-99769F1AA79D}" type="pres">
      <dgm:prSet presAssocID="{1EFF8A4F-6B63-3947-B299-92B0519EEDFC}" presName="sibTrans" presStyleLbl="sibTrans2D1" presStyleIdx="0" presStyleCnt="4"/>
      <dgm:spPr/>
    </dgm:pt>
    <dgm:pt modelId="{008A4121-072B-1D49-AE27-C5A4D25C656B}" type="pres">
      <dgm:prSet presAssocID="{1EFF8A4F-6B63-3947-B299-92B0519EEDFC}" presName="connectorText" presStyleLbl="sibTrans2D1" presStyleIdx="0" presStyleCnt="4"/>
      <dgm:spPr/>
    </dgm:pt>
    <dgm:pt modelId="{9349A50A-D833-B443-8A24-62BDCB20EE5C}" type="pres">
      <dgm:prSet presAssocID="{19BD4B14-462F-4E4B-BEC7-C096BDF88725}" presName="node" presStyleLbl="node1" presStyleIdx="1" presStyleCnt="4">
        <dgm:presLayoutVars>
          <dgm:bulletEnabled val="1"/>
        </dgm:presLayoutVars>
      </dgm:prSet>
      <dgm:spPr/>
    </dgm:pt>
    <dgm:pt modelId="{9B6F99A9-6880-204A-B408-8AAA029A33DC}" type="pres">
      <dgm:prSet presAssocID="{7BC10D94-1450-F04F-B279-8C56BB164BFF}" presName="sibTrans" presStyleLbl="sibTrans2D1" presStyleIdx="1" presStyleCnt="4"/>
      <dgm:spPr/>
    </dgm:pt>
    <dgm:pt modelId="{DE1A1069-6ECB-5A4D-998C-FEB0395E5F17}" type="pres">
      <dgm:prSet presAssocID="{7BC10D94-1450-F04F-B279-8C56BB164BFF}" presName="connectorText" presStyleLbl="sibTrans2D1" presStyleIdx="1" presStyleCnt="4"/>
      <dgm:spPr/>
    </dgm:pt>
    <dgm:pt modelId="{2B12B94C-8019-2F4C-AA5F-DE9247ABABB5}" type="pres">
      <dgm:prSet presAssocID="{14ED2C7A-4F40-4F49-9F3D-B9BD3BE86D98}" presName="node" presStyleLbl="node1" presStyleIdx="2" presStyleCnt="4">
        <dgm:presLayoutVars>
          <dgm:bulletEnabled val="1"/>
        </dgm:presLayoutVars>
      </dgm:prSet>
      <dgm:spPr/>
    </dgm:pt>
    <dgm:pt modelId="{3E2E4275-9102-1543-BCE5-A3177C31086D}" type="pres">
      <dgm:prSet presAssocID="{05A80169-A987-E541-B65C-0EA510C36720}" presName="sibTrans" presStyleLbl="sibTrans2D1" presStyleIdx="2" presStyleCnt="4"/>
      <dgm:spPr/>
    </dgm:pt>
    <dgm:pt modelId="{5556619B-D1C7-A04C-A3AD-A3CC83D7FCB2}" type="pres">
      <dgm:prSet presAssocID="{05A80169-A987-E541-B65C-0EA510C36720}" presName="connectorText" presStyleLbl="sibTrans2D1" presStyleIdx="2" presStyleCnt="4"/>
      <dgm:spPr/>
    </dgm:pt>
    <dgm:pt modelId="{C248569F-DFEB-2640-83C9-776D5777F62B}" type="pres">
      <dgm:prSet presAssocID="{A01763A1-101B-0D4A-BE2F-68CD54DC6FDA}" presName="node" presStyleLbl="node1" presStyleIdx="3" presStyleCnt="4">
        <dgm:presLayoutVars>
          <dgm:bulletEnabled val="1"/>
        </dgm:presLayoutVars>
      </dgm:prSet>
      <dgm:spPr/>
    </dgm:pt>
    <dgm:pt modelId="{C19013D0-F381-4942-95DA-0D0C0701EC86}" type="pres">
      <dgm:prSet presAssocID="{492868DD-65A8-034A-8184-5CFD3E80D823}" presName="sibTrans" presStyleLbl="sibTrans2D1" presStyleIdx="3" presStyleCnt="4"/>
      <dgm:spPr/>
    </dgm:pt>
    <dgm:pt modelId="{D58C0C00-C9F7-364B-881F-AFBA8B80A523}" type="pres">
      <dgm:prSet presAssocID="{492868DD-65A8-034A-8184-5CFD3E80D823}" presName="connectorText" presStyleLbl="sibTrans2D1" presStyleIdx="3" presStyleCnt="4"/>
      <dgm:spPr/>
    </dgm:pt>
  </dgm:ptLst>
  <dgm:cxnLst>
    <dgm:cxn modelId="{4CF53109-006F-9149-A77F-1188606A2A65}" type="presOf" srcId="{7A77AE44-04A5-5945-99CE-478670A4DEA7}" destId="{12B4170D-A91E-2C42-AA20-BBB2A7C60634}" srcOrd="0" destOrd="0" presId="urn:microsoft.com/office/officeart/2005/8/layout/cycle2"/>
    <dgm:cxn modelId="{3F492925-AF2D-3148-8F9F-68D758657EF6}" type="presOf" srcId="{05A80169-A987-E541-B65C-0EA510C36720}" destId="{5556619B-D1C7-A04C-A3AD-A3CC83D7FCB2}" srcOrd="1" destOrd="0" presId="urn:microsoft.com/office/officeart/2005/8/layout/cycle2"/>
    <dgm:cxn modelId="{EFD1162B-1BDA-8346-B736-D7F46FD50B81}" type="presOf" srcId="{1054FA8D-97EB-4D40-96B4-EC1897A5BA8B}" destId="{43F3459B-807C-A941-9B94-2B55CE02A3C2}" srcOrd="0" destOrd="0" presId="urn:microsoft.com/office/officeart/2005/8/layout/cycle2"/>
    <dgm:cxn modelId="{6DD14144-BB0A-994D-8BDB-5A609203FAB8}" type="presOf" srcId="{7BC10D94-1450-F04F-B279-8C56BB164BFF}" destId="{DE1A1069-6ECB-5A4D-998C-FEB0395E5F17}" srcOrd="1" destOrd="0" presId="urn:microsoft.com/office/officeart/2005/8/layout/cycle2"/>
    <dgm:cxn modelId="{F8614A4C-690E-DD4E-86C7-FFE9DA07DC1B}" type="presOf" srcId="{05A80169-A987-E541-B65C-0EA510C36720}" destId="{3E2E4275-9102-1543-BCE5-A3177C31086D}" srcOrd="0" destOrd="0" presId="urn:microsoft.com/office/officeart/2005/8/layout/cycle2"/>
    <dgm:cxn modelId="{E7BBBE63-3684-9A4C-917D-569C622D767F}" type="presOf" srcId="{7BC10D94-1450-F04F-B279-8C56BB164BFF}" destId="{9B6F99A9-6880-204A-B408-8AAA029A33DC}" srcOrd="0" destOrd="0" presId="urn:microsoft.com/office/officeart/2005/8/layout/cycle2"/>
    <dgm:cxn modelId="{0E5B8368-D734-8546-96C7-F95BA182CF86}" srcId="{1054FA8D-97EB-4D40-96B4-EC1897A5BA8B}" destId="{19BD4B14-462F-4E4B-BEC7-C096BDF88725}" srcOrd="1" destOrd="0" parTransId="{C2A721BB-65A6-E14A-B3E7-8B1214BB5314}" sibTransId="{7BC10D94-1450-F04F-B279-8C56BB164BFF}"/>
    <dgm:cxn modelId="{4391FA70-D4E1-6F4F-B913-E96F7966DD1D}" type="presOf" srcId="{14ED2C7A-4F40-4F49-9F3D-B9BD3BE86D98}" destId="{2B12B94C-8019-2F4C-AA5F-DE9247ABABB5}" srcOrd="0" destOrd="0" presId="urn:microsoft.com/office/officeart/2005/8/layout/cycle2"/>
    <dgm:cxn modelId="{F0BBAE85-16EB-1741-800C-FD976276ADE3}" type="presOf" srcId="{492868DD-65A8-034A-8184-5CFD3E80D823}" destId="{D58C0C00-C9F7-364B-881F-AFBA8B80A523}" srcOrd="1" destOrd="0" presId="urn:microsoft.com/office/officeart/2005/8/layout/cycle2"/>
    <dgm:cxn modelId="{1BE35698-55E3-9C45-AA3D-6591AFAED290}" srcId="{1054FA8D-97EB-4D40-96B4-EC1897A5BA8B}" destId="{7A77AE44-04A5-5945-99CE-478670A4DEA7}" srcOrd="0" destOrd="0" parTransId="{77587F8F-12E9-B342-99F1-776E2E38468E}" sibTransId="{1EFF8A4F-6B63-3947-B299-92B0519EEDFC}"/>
    <dgm:cxn modelId="{4D4759AA-4802-8A4B-9B4C-0BA748C4CDCE}" type="presOf" srcId="{1EFF8A4F-6B63-3947-B299-92B0519EEDFC}" destId="{008A4121-072B-1D49-AE27-C5A4D25C656B}" srcOrd="1" destOrd="0" presId="urn:microsoft.com/office/officeart/2005/8/layout/cycle2"/>
    <dgm:cxn modelId="{3A7248C5-0114-1843-8F0B-20A8DC6C5075}" srcId="{1054FA8D-97EB-4D40-96B4-EC1897A5BA8B}" destId="{14ED2C7A-4F40-4F49-9F3D-B9BD3BE86D98}" srcOrd="2" destOrd="0" parTransId="{8282EF6F-4CC4-3D46-9726-CEA16131680A}" sibTransId="{05A80169-A987-E541-B65C-0EA510C36720}"/>
    <dgm:cxn modelId="{FB9A5AC9-657E-624D-83EF-7FF450596DD1}" type="presOf" srcId="{1EFF8A4F-6B63-3947-B299-92B0519EEDFC}" destId="{6185B389-10BE-4445-A6BC-99769F1AA79D}" srcOrd="0" destOrd="0" presId="urn:microsoft.com/office/officeart/2005/8/layout/cycle2"/>
    <dgm:cxn modelId="{8D0747CC-5EF7-634F-9667-C3D22B57C4A1}" srcId="{1054FA8D-97EB-4D40-96B4-EC1897A5BA8B}" destId="{A01763A1-101B-0D4A-BE2F-68CD54DC6FDA}" srcOrd="3" destOrd="0" parTransId="{AFCB7D3F-9801-4A42-8E53-A9F81148D550}" sibTransId="{492868DD-65A8-034A-8184-5CFD3E80D823}"/>
    <dgm:cxn modelId="{E40604E3-1CCB-BA41-8EE3-C9F562439557}" type="presOf" srcId="{19BD4B14-462F-4E4B-BEC7-C096BDF88725}" destId="{9349A50A-D833-B443-8A24-62BDCB20EE5C}" srcOrd="0" destOrd="0" presId="urn:microsoft.com/office/officeart/2005/8/layout/cycle2"/>
    <dgm:cxn modelId="{E1EB90F2-0DD2-B243-8571-432E30A8DAE1}" type="presOf" srcId="{A01763A1-101B-0D4A-BE2F-68CD54DC6FDA}" destId="{C248569F-DFEB-2640-83C9-776D5777F62B}" srcOrd="0" destOrd="0" presId="urn:microsoft.com/office/officeart/2005/8/layout/cycle2"/>
    <dgm:cxn modelId="{71CBC2FA-DFA7-7A4E-B325-8CDA5DCB55E9}" type="presOf" srcId="{492868DD-65A8-034A-8184-5CFD3E80D823}" destId="{C19013D0-F381-4942-95DA-0D0C0701EC86}" srcOrd="0" destOrd="0" presId="urn:microsoft.com/office/officeart/2005/8/layout/cycle2"/>
    <dgm:cxn modelId="{C130DF1D-74CC-E749-84B5-672D96A6FFD3}" type="presParOf" srcId="{43F3459B-807C-A941-9B94-2B55CE02A3C2}" destId="{12B4170D-A91E-2C42-AA20-BBB2A7C60634}" srcOrd="0" destOrd="0" presId="urn:microsoft.com/office/officeart/2005/8/layout/cycle2"/>
    <dgm:cxn modelId="{0C373673-4A4F-5541-B1A6-8176AE36174D}" type="presParOf" srcId="{43F3459B-807C-A941-9B94-2B55CE02A3C2}" destId="{6185B389-10BE-4445-A6BC-99769F1AA79D}" srcOrd="1" destOrd="0" presId="urn:microsoft.com/office/officeart/2005/8/layout/cycle2"/>
    <dgm:cxn modelId="{58C49249-E87F-F844-8655-AA22003051D0}" type="presParOf" srcId="{6185B389-10BE-4445-A6BC-99769F1AA79D}" destId="{008A4121-072B-1D49-AE27-C5A4D25C656B}" srcOrd="0" destOrd="0" presId="urn:microsoft.com/office/officeart/2005/8/layout/cycle2"/>
    <dgm:cxn modelId="{EB4B5594-E055-6140-9BE9-C2B04E6ABFB6}" type="presParOf" srcId="{43F3459B-807C-A941-9B94-2B55CE02A3C2}" destId="{9349A50A-D833-B443-8A24-62BDCB20EE5C}" srcOrd="2" destOrd="0" presId="urn:microsoft.com/office/officeart/2005/8/layout/cycle2"/>
    <dgm:cxn modelId="{20ABEC87-4909-514D-BEBA-D450F4856058}" type="presParOf" srcId="{43F3459B-807C-A941-9B94-2B55CE02A3C2}" destId="{9B6F99A9-6880-204A-B408-8AAA029A33DC}" srcOrd="3" destOrd="0" presId="urn:microsoft.com/office/officeart/2005/8/layout/cycle2"/>
    <dgm:cxn modelId="{982B40CA-AE50-BB4E-AB6A-CF04FAA27577}" type="presParOf" srcId="{9B6F99A9-6880-204A-B408-8AAA029A33DC}" destId="{DE1A1069-6ECB-5A4D-998C-FEB0395E5F17}" srcOrd="0" destOrd="0" presId="urn:microsoft.com/office/officeart/2005/8/layout/cycle2"/>
    <dgm:cxn modelId="{96F42C55-CCAB-AB4D-8DF3-0B28AB8775BA}" type="presParOf" srcId="{43F3459B-807C-A941-9B94-2B55CE02A3C2}" destId="{2B12B94C-8019-2F4C-AA5F-DE9247ABABB5}" srcOrd="4" destOrd="0" presId="urn:microsoft.com/office/officeart/2005/8/layout/cycle2"/>
    <dgm:cxn modelId="{2EEA2F69-DAC6-3D4E-B263-FCF705B12D35}" type="presParOf" srcId="{43F3459B-807C-A941-9B94-2B55CE02A3C2}" destId="{3E2E4275-9102-1543-BCE5-A3177C31086D}" srcOrd="5" destOrd="0" presId="urn:microsoft.com/office/officeart/2005/8/layout/cycle2"/>
    <dgm:cxn modelId="{11CA72F1-02BF-6044-9C24-F84B34DD19D1}" type="presParOf" srcId="{3E2E4275-9102-1543-BCE5-A3177C31086D}" destId="{5556619B-D1C7-A04C-A3AD-A3CC83D7FCB2}" srcOrd="0" destOrd="0" presId="urn:microsoft.com/office/officeart/2005/8/layout/cycle2"/>
    <dgm:cxn modelId="{C0B0925D-7287-5D46-AC33-6D8A5C82D424}" type="presParOf" srcId="{43F3459B-807C-A941-9B94-2B55CE02A3C2}" destId="{C248569F-DFEB-2640-83C9-776D5777F62B}" srcOrd="6" destOrd="0" presId="urn:microsoft.com/office/officeart/2005/8/layout/cycle2"/>
    <dgm:cxn modelId="{DAE3CA29-0603-CB41-BDEA-0258111DA129}" type="presParOf" srcId="{43F3459B-807C-A941-9B94-2B55CE02A3C2}" destId="{C19013D0-F381-4942-95DA-0D0C0701EC86}" srcOrd="7" destOrd="0" presId="urn:microsoft.com/office/officeart/2005/8/layout/cycle2"/>
    <dgm:cxn modelId="{942A9904-D74A-1443-BBAF-1C790228EEBD}" type="presParOf" srcId="{C19013D0-F381-4942-95DA-0D0C0701EC86}" destId="{D58C0C00-C9F7-364B-881F-AFBA8B80A523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D550260-DF4B-7343-A74B-5A8E0D31C742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FDEF55D2-8EB2-3B43-983D-2C601709E520}">
      <dgm:prSet phldrT="[Text]"/>
      <dgm:spPr/>
      <dgm:t>
        <a:bodyPr/>
        <a:lstStyle/>
        <a:p>
          <a:pPr>
            <a:buNone/>
          </a:pPr>
          <a:r>
            <a:rPr lang="en-US" b="0" dirty="0"/>
            <a:t>Group 1</a:t>
          </a:r>
          <a:endParaRPr lang="en-US" dirty="0"/>
        </a:p>
      </dgm:t>
    </dgm:pt>
    <dgm:pt modelId="{C1B5C888-CB67-4B44-B5FD-A08EFCFF2200}" type="parTrans" cxnId="{53AA147C-23AF-1B4B-96E1-236F18C257CC}">
      <dgm:prSet/>
      <dgm:spPr/>
      <dgm:t>
        <a:bodyPr/>
        <a:lstStyle/>
        <a:p>
          <a:endParaRPr lang="en-US"/>
        </a:p>
      </dgm:t>
    </dgm:pt>
    <dgm:pt modelId="{E184E92D-0686-A243-938D-88BBE00645B6}" type="sibTrans" cxnId="{53AA147C-23AF-1B4B-96E1-236F18C257CC}">
      <dgm:prSet/>
      <dgm:spPr/>
      <dgm:t>
        <a:bodyPr/>
        <a:lstStyle/>
        <a:p>
          <a:endParaRPr lang="en-US"/>
        </a:p>
      </dgm:t>
    </dgm:pt>
    <dgm:pt modelId="{065CDCC9-761E-8A4F-B5B2-D47A2EC4684C}">
      <dgm:prSet phldrT="[Text]"/>
      <dgm:spPr/>
      <dgm:t>
        <a:bodyPr/>
        <a:lstStyle/>
        <a:p>
          <a:pPr>
            <a:buNone/>
          </a:pPr>
          <a:r>
            <a:rPr lang="en-US" b="0" dirty="0"/>
            <a:t>Group 2</a:t>
          </a:r>
          <a:endParaRPr lang="en-US" dirty="0"/>
        </a:p>
      </dgm:t>
    </dgm:pt>
    <dgm:pt modelId="{59D5F5C2-4D9C-4F42-931B-3D999D796126}" type="parTrans" cxnId="{F3E0B8F8-432A-8D41-9129-E1818ECD0F76}">
      <dgm:prSet/>
      <dgm:spPr/>
      <dgm:t>
        <a:bodyPr/>
        <a:lstStyle/>
        <a:p>
          <a:endParaRPr lang="en-US"/>
        </a:p>
      </dgm:t>
    </dgm:pt>
    <dgm:pt modelId="{9BE01A34-EF6D-DB48-A53E-8CBD5C7A7E83}" type="sibTrans" cxnId="{F3E0B8F8-432A-8D41-9129-E1818ECD0F76}">
      <dgm:prSet/>
      <dgm:spPr/>
      <dgm:t>
        <a:bodyPr/>
        <a:lstStyle/>
        <a:p>
          <a:endParaRPr lang="en-US"/>
        </a:p>
      </dgm:t>
    </dgm:pt>
    <dgm:pt modelId="{1CA0F3B9-16F5-3F43-B0C4-A85903799862}">
      <dgm:prSet phldrT="[Text]"/>
      <dgm:spPr/>
      <dgm:t>
        <a:bodyPr/>
        <a:lstStyle/>
        <a:p>
          <a:pPr>
            <a:buNone/>
          </a:pPr>
          <a:r>
            <a:rPr lang="en-US" b="0" dirty="0"/>
            <a:t>Group 3</a:t>
          </a:r>
          <a:endParaRPr lang="en-US" dirty="0"/>
        </a:p>
      </dgm:t>
    </dgm:pt>
    <dgm:pt modelId="{34F57939-48B9-C244-BFE9-BCD66623C520}" type="parTrans" cxnId="{A8F6BB60-1B09-4F42-BFE7-2E8FFC4FF8D8}">
      <dgm:prSet/>
      <dgm:spPr/>
      <dgm:t>
        <a:bodyPr/>
        <a:lstStyle/>
        <a:p>
          <a:endParaRPr lang="en-US"/>
        </a:p>
      </dgm:t>
    </dgm:pt>
    <dgm:pt modelId="{13D27C50-0484-CD46-A141-09B93F219941}" type="sibTrans" cxnId="{A8F6BB60-1B09-4F42-BFE7-2E8FFC4FF8D8}">
      <dgm:prSet/>
      <dgm:spPr/>
      <dgm:t>
        <a:bodyPr/>
        <a:lstStyle/>
        <a:p>
          <a:endParaRPr lang="en-US"/>
        </a:p>
      </dgm:t>
    </dgm:pt>
    <dgm:pt modelId="{634FF7F5-11EB-554D-8795-1EE16294D82E}" type="pres">
      <dgm:prSet presAssocID="{0D550260-DF4B-7343-A74B-5A8E0D31C742}" presName="compositeShape" presStyleCnt="0">
        <dgm:presLayoutVars>
          <dgm:chMax val="7"/>
          <dgm:dir/>
          <dgm:resizeHandles val="exact"/>
        </dgm:presLayoutVars>
      </dgm:prSet>
      <dgm:spPr/>
    </dgm:pt>
    <dgm:pt modelId="{E8E2C732-7041-4447-8E4E-307820493B0D}" type="pres">
      <dgm:prSet presAssocID="{FDEF55D2-8EB2-3B43-983D-2C601709E520}" presName="circ1" presStyleLbl="vennNode1" presStyleIdx="0" presStyleCnt="3"/>
      <dgm:spPr/>
    </dgm:pt>
    <dgm:pt modelId="{A8DF6809-8A43-E34A-8794-FF17DE4523CE}" type="pres">
      <dgm:prSet presAssocID="{FDEF55D2-8EB2-3B43-983D-2C601709E52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8FE240F-91A2-2B4C-A97B-47B716E25FA9}" type="pres">
      <dgm:prSet presAssocID="{065CDCC9-761E-8A4F-B5B2-D47A2EC4684C}" presName="circ2" presStyleLbl="vennNode1" presStyleIdx="1" presStyleCnt="3"/>
      <dgm:spPr/>
    </dgm:pt>
    <dgm:pt modelId="{B7EE581F-DDCE-5146-BF94-531C8284A907}" type="pres">
      <dgm:prSet presAssocID="{065CDCC9-761E-8A4F-B5B2-D47A2EC4684C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3761265-A8EF-D247-AB1C-3F3F4B45EB4B}" type="pres">
      <dgm:prSet presAssocID="{1CA0F3B9-16F5-3F43-B0C4-A85903799862}" presName="circ3" presStyleLbl="vennNode1" presStyleIdx="2" presStyleCnt="3"/>
      <dgm:spPr/>
    </dgm:pt>
    <dgm:pt modelId="{5A1B0A32-3C7B-084C-8B22-1EF9C75193CF}" type="pres">
      <dgm:prSet presAssocID="{1CA0F3B9-16F5-3F43-B0C4-A85903799862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09580C05-3C8B-ED42-9003-FE1A5BAFE73C}" type="presOf" srcId="{065CDCC9-761E-8A4F-B5B2-D47A2EC4684C}" destId="{38FE240F-91A2-2B4C-A97B-47B716E25FA9}" srcOrd="0" destOrd="0" presId="urn:microsoft.com/office/officeart/2005/8/layout/venn1"/>
    <dgm:cxn modelId="{00524815-60EB-DA48-A258-4F826EF6DA43}" type="presOf" srcId="{065CDCC9-761E-8A4F-B5B2-D47A2EC4684C}" destId="{B7EE581F-DDCE-5146-BF94-531C8284A907}" srcOrd="1" destOrd="0" presId="urn:microsoft.com/office/officeart/2005/8/layout/venn1"/>
    <dgm:cxn modelId="{19EB973D-5F7A-1547-ADF0-50CB59A7C168}" type="presOf" srcId="{FDEF55D2-8EB2-3B43-983D-2C601709E520}" destId="{A8DF6809-8A43-E34A-8794-FF17DE4523CE}" srcOrd="1" destOrd="0" presId="urn:microsoft.com/office/officeart/2005/8/layout/venn1"/>
    <dgm:cxn modelId="{4030F943-49F3-2049-992C-9E6CE088CDE6}" type="presOf" srcId="{1CA0F3B9-16F5-3F43-B0C4-A85903799862}" destId="{5A1B0A32-3C7B-084C-8B22-1EF9C75193CF}" srcOrd="1" destOrd="0" presId="urn:microsoft.com/office/officeart/2005/8/layout/venn1"/>
    <dgm:cxn modelId="{9F436349-3B7F-2544-832A-2860AEFFA879}" type="presOf" srcId="{FDEF55D2-8EB2-3B43-983D-2C601709E520}" destId="{E8E2C732-7041-4447-8E4E-307820493B0D}" srcOrd="0" destOrd="0" presId="urn:microsoft.com/office/officeart/2005/8/layout/venn1"/>
    <dgm:cxn modelId="{48C16452-C26B-5846-AE86-408C9684FD25}" type="presOf" srcId="{1CA0F3B9-16F5-3F43-B0C4-A85903799862}" destId="{B3761265-A8EF-D247-AB1C-3F3F4B45EB4B}" srcOrd="0" destOrd="0" presId="urn:microsoft.com/office/officeart/2005/8/layout/venn1"/>
    <dgm:cxn modelId="{A8F6BB60-1B09-4F42-BFE7-2E8FFC4FF8D8}" srcId="{0D550260-DF4B-7343-A74B-5A8E0D31C742}" destId="{1CA0F3B9-16F5-3F43-B0C4-A85903799862}" srcOrd="2" destOrd="0" parTransId="{34F57939-48B9-C244-BFE9-BCD66623C520}" sibTransId="{13D27C50-0484-CD46-A141-09B93F219941}"/>
    <dgm:cxn modelId="{53AA147C-23AF-1B4B-96E1-236F18C257CC}" srcId="{0D550260-DF4B-7343-A74B-5A8E0D31C742}" destId="{FDEF55D2-8EB2-3B43-983D-2C601709E520}" srcOrd="0" destOrd="0" parTransId="{C1B5C888-CB67-4B44-B5FD-A08EFCFF2200}" sibTransId="{E184E92D-0686-A243-938D-88BBE00645B6}"/>
    <dgm:cxn modelId="{A427F587-1E2D-7B42-97D5-6DAA54B5864C}" type="presOf" srcId="{0D550260-DF4B-7343-A74B-5A8E0D31C742}" destId="{634FF7F5-11EB-554D-8795-1EE16294D82E}" srcOrd="0" destOrd="0" presId="urn:microsoft.com/office/officeart/2005/8/layout/venn1"/>
    <dgm:cxn modelId="{F3E0B8F8-432A-8D41-9129-E1818ECD0F76}" srcId="{0D550260-DF4B-7343-A74B-5A8E0D31C742}" destId="{065CDCC9-761E-8A4F-B5B2-D47A2EC4684C}" srcOrd="1" destOrd="0" parTransId="{59D5F5C2-4D9C-4F42-931B-3D999D796126}" sibTransId="{9BE01A34-EF6D-DB48-A53E-8CBD5C7A7E83}"/>
    <dgm:cxn modelId="{4154E63C-2AA9-804B-B54E-88F46FD84EC4}" type="presParOf" srcId="{634FF7F5-11EB-554D-8795-1EE16294D82E}" destId="{E8E2C732-7041-4447-8E4E-307820493B0D}" srcOrd="0" destOrd="0" presId="urn:microsoft.com/office/officeart/2005/8/layout/venn1"/>
    <dgm:cxn modelId="{84340A1A-7C48-8F4F-9A69-43C2C735D6B7}" type="presParOf" srcId="{634FF7F5-11EB-554D-8795-1EE16294D82E}" destId="{A8DF6809-8A43-E34A-8794-FF17DE4523CE}" srcOrd="1" destOrd="0" presId="urn:microsoft.com/office/officeart/2005/8/layout/venn1"/>
    <dgm:cxn modelId="{7DEAB3CB-2FF1-DF4F-BE8B-C6B4B6A50BCF}" type="presParOf" srcId="{634FF7F5-11EB-554D-8795-1EE16294D82E}" destId="{38FE240F-91A2-2B4C-A97B-47B716E25FA9}" srcOrd="2" destOrd="0" presId="urn:microsoft.com/office/officeart/2005/8/layout/venn1"/>
    <dgm:cxn modelId="{3D103170-2D22-D04F-B2F8-753492580F60}" type="presParOf" srcId="{634FF7F5-11EB-554D-8795-1EE16294D82E}" destId="{B7EE581F-DDCE-5146-BF94-531C8284A907}" srcOrd="3" destOrd="0" presId="urn:microsoft.com/office/officeart/2005/8/layout/venn1"/>
    <dgm:cxn modelId="{D41855D7-AF89-7E43-BDE5-8AFA3D4E235C}" type="presParOf" srcId="{634FF7F5-11EB-554D-8795-1EE16294D82E}" destId="{B3761265-A8EF-D247-AB1C-3F3F4B45EB4B}" srcOrd="4" destOrd="0" presId="urn:microsoft.com/office/officeart/2005/8/layout/venn1"/>
    <dgm:cxn modelId="{0630AD15-72BB-5F44-A335-FE41B04323B6}" type="presParOf" srcId="{634FF7F5-11EB-554D-8795-1EE16294D82E}" destId="{5A1B0A32-3C7B-084C-8B22-1EF9C75193CF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FFD19-8742-4448-B624-E7D72EBB5248}">
      <dsp:nvSpPr>
        <dsp:cNvPr id="0" name=""/>
        <dsp:cNvSpPr/>
      </dsp:nvSpPr>
      <dsp:spPr>
        <a:xfrm>
          <a:off x="2823" y="1381025"/>
          <a:ext cx="2164011" cy="13019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0" kern="1200" dirty="0"/>
            <a:t>Node 1</a:t>
          </a:r>
          <a:endParaRPr lang="en-US" sz="4600" kern="1200" dirty="0"/>
        </a:p>
      </dsp:txBody>
      <dsp:txXfrm>
        <a:off x="40956" y="1419158"/>
        <a:ext cx="2087745" cy="1225682"/>
      </dsp:txXfrm>
    </dsp:sp>
    <dsp:sp modelId="{09CEA58C-3B9F-CC4B-9831-2F60CD5791B0}">
      <dsp:nvSpPr>
        <dsp:cNvPr id="0" name=""/>
        <dsp:cNvSpPr/>
      </dsp:nvSpPr>
      <dsp:spPr>
        <a:xfrm>
          <a:off x="2383826" y="1762930"/>
          <a:ext cx="460021" cy="538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383826" y="1870558"/>
        <a:ext cx="322015" cy="322882"/>
      </dsp:txXfrm>
    </dsp:sp>
    <dsp:sp modelId="{F64DF585-124F-5E4F-B62C-C6358FEE5F05}">
      <dsp:nvSpPr>
        <dsp:cNvPr id="0" name=""/>
        <dsp:cNvSpPr/>
      </dsp:nvSpPr>
      <dsp:spPr>
        <a:xfrm>
          <a:off x="3034800" y="1381025"/>
          <a:ext cx="2164011" cy="13019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0" kern="1200" dirty="0"/>
            <a:t>Node 2</a:t>
          </a:r>
          <a:endParaRPr lang="en-US" sz="4600" kern="1200" dirty="0"/>
        </a:p>
      </dsp:txBody>
      <dsp:txXfrm>
        <a:off x="3072933" y="1419158"/>
        <a:ext cx="2087745" cy="1225682"/>
      </dsp:txXfrm>
    </dsp:sp>
    <dsp:sp modelId="{6303B09F-CAB5-8B4A-9531-B7E0FF18AD19}">
      <dsp:nvSpPr>
        <dsp:cNvPr id="0" name=""/>
        <dsp:cNvSpPr/>
      </dsp:nvSpPr>
      <dsp:spPr>
        <a:xfrm>
          <a:off x="5415803" y="1762930"/>
          <a:ext cx="460021" cy="538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415803" y="1870558"/>
        <a:ext cx="322015" cy="322882"/>
      </dsp:txXfrm>
    </dsp:sp>
    <dsp:sp modelId="{369619EA-BDD1-094D-82F0-A72F8E9A1D6C}">
      <dsp:nvSpPr>
        <dsp:cNvPr id="0" name=""/>
        <dsp:cNvSpPr/>
      </dsp:nvSpPr>
      <dsp:spPr>
        <a:xfrm>
          <a:off x="6066778" y="1381025"/>
          <a:ext cx="2159997" cy="13019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0" kern="1200" dirty="0"/>
            <a:t>Node 3</a:t>
          </a:r>
          <a:endParaRPr lang="en-US" sz="4600" kern="1200" dirty="0"/>
        </a:p>
      </dsp:txBody>
      <dsp:txXfrm>
        <a:off x="6104911" y="1419158"/>
        <a:ext cx="2083731" cy="12256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011E53-2966-2042-AF6F-6E89C733A403}">
      <dsp:nvSpPr>
        <dsp:cNvPr id="0" name=""/>
        <dsp:cNvSpPr/>
      </dsp:nvSpPr>
      <dsp:spPr>
        <a:xfrm>
          <a:off x="4114799" y="1679690"/>
          <a:ext cx="2029974" cy="704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2309"/>
              </a:lnTo>
              <a:lnTo>
                <a:pt x="2029974" y="352309"/>
              </a:lnTo>
              <a:lnTo>
                <a:pt x="2029974" y="70461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26F31B-35AB-854A-9C88-1427F5A0B180}">
      <dsp:nvSpPr>
        <dsp:cNvPr id="0" name=""/>
        <dsp:cNvSpPr/>
      </dsp:nvSpPr>
      <dsp:spPr>
        <a:xfrm>
          <a:off x="2084825" y="1679690"/>
          <a:ext cx="2029974" cy="704619"/>
        </a:xfrm>
        <a:custGeom>
          <a:avLst/>
          <a:gdLst/>
          <a:ahLst/>
          <a:cxnLst/>
          <a:rect l="0" t="0" r="0" b="0"/>
          <a:pathLst>
            <a:path>
              <a:moveTo>
                <a:pt x="2029974" y="0"/>
              </a:moveTo>
              <a:lnTo>
                <a:pt x="2029974" y="352309"/>
              </a:lnTo>
              <a:lnTo>
                <a:pt x="0" y="352309"/>
              </a:lnTo>
              <a:lnTo>
                <a:pt x="0" y="70461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87D39A-7B40-9646-8E1C-88F23007C96A}">
      <dsp:nvSpPr>
        <dsp:cNvPr id="0" name=""/>
        <dsp:cNvSpPr/>
      </dsp:nvSpPr>
      <dsp:spPr>
        <a:xfrm>
          <a:off x="2437134" y="2025"/>
          <a:ext cx="3355329" cy="16776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b="0" kern="1200" dirty="0"/>
            <a:t>CEO</a:t>
          </a:r>
          <a:endParaRPr lang="en-US" sz="5300" kern="1200" dirty="0"/>
        </a:p>
      </dsp:txBody>
      <dsp:txXfrm>
        <a:off x="2437134" y="2025"/>
        <a:ext cx="3355329" cy="1677664"/>
      </dsp:txXfrm>
    </dsp:sp>
    <dsp:sp modelId="{0B12DF1C-0298-5049-BBF7-68D6A29B5C5B}">
      <dsp:nvSpPr>
        <dsp:cNvPr id="0" name=""/>
        <dsp:cNvSpPr/>
      </dsp:nvSpPr>
      <dsp:spPr>
        <a:xfrm>
          <a:off x="407160" y="2384309"/>
          <a:ext cx="3355329" cy="16776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b="0" kern="1200" dirty="0"/>
            <a:t>VP Sales</a:t>
          </a:r>
          <a:endParaRPr lang="en-US" sz="5300" kern="1200" dirty="0"/>
        </a:p>
      </dsp:txBody>
      <dsp:txXfrm>
        <a:off x="407160" y="2384309"/>
        <a:ext cx="3355329" cy="1677664"/>
      </dsp:txXfrm>
    </dsp:sp>
    <dsp:sp modelId="{9FB4D089-2CB3-4F4D-8B92-B5C974BB921F}">
      <dsp:nvSpPr>
        <dsp:cNvPr id="0" name=""/>
        <dsp:cNvSpPr/>
      </dsp:nvSpPr>
      <dsp:spPr>
        <a:xfrm>
          <a:off x="4467109" y="2384309"/>
          <a:ext cx="3355329" cy="16776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b="0" kern="1200" dirty="0"/>
            <a:t>VP Engineering</a:t>
          </a:r>
          <a:endParaRPr lang="en-US" sz="5300" kern="1200" dirty="0"/>
        </a:p>
      </dsp:txBody>
      <dsp:txXfrm>
        <a:off x="4467109" y="2384309"/>
        <a:ext cx="3355329" cy="16776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9D3DC-F7E1-4D4B-922E-F98F042468D5}">
      <dsp:nvSpPr>
        <dsp:cNvPr id="0" name=""/>
        <dsp:cNvSpPr/>
      </dsp:nvSpPr>
      <dsp:spPr>
        <a:xfrm>
          <a:off x="3464829" y="1416"/>
          <a:ext cx="1299939" cy="12999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/>
            <a:t>Plan</a:t>
          </a:r>
          <a:endParaRPr lang="en-US" sz="2700" kern="1200"/>
        </a:p>
      </dsp:txBody>
      <dsp:txXfrm>
        <a:off x="3655201" y="191788"/>
        <a:ext cx="919195" cy="919195"/>
      </dsp:txXfrm>
    </dsp:sp>
    <dsp:sp modelId="{022B36A0-A207-1844-B27E-F8C3D11EEB8A}">
      <dsp:nvSpPr>
        <dsp:cNvPr id="0" name=""/>
        <dsp:cNvSpPr/>
      </dsp:nvSpPr>
      <dsp:spPr>
        <a:xfrm rot="2700000">
          <a:off x="4625261" y="1115406"/>
          <a:ext cx="345848" cy="4387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640455" y="1166469"/>
        <a:ext cx="242094" cy="263237"/>
      </dsp:txXfrm>
    </dsp:sp>
    <dsp:sp modelId="{7AC89988-0C9E-624D-ADC0-AAC39DCADFEB}">
      <dsp:nvSpPr>
        <dsp:cNvPr id="0" name=""/>
        <dsp:cNvSpPr/>
      </dsp:nvSpPr>
      <dsp:spPr>
        <a:xfrm>
          <a:off x="4845444" y="1382030"/>
          <a:ext cx="1299939" cy="12999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/>
            <a:t>Do</a:t>
          </a:r>
          <a:endParaRPr lang="en-US" sz="2700" kern="1200" dirty="0"/>
        </a:p>
      </dsp:txBody>
      <dsp:txXfrm>
        <a:off x="5035816" y="1572402"/>
        <a:ext cx="919195" cy="919195"/>
      </dsp:txXfrm>
    </dsp:sp>
    <dsp:sp modelId="{674D4331-3BED-8A43-A8BF-BC394CC0E4BB}">
      <dsp:nvSpPr>
        <dsp:cNvPr id="0" name=""/>
        <dsp:cNvSpPr/>
      </dsp:nvSpPr>
      <dsp:spPr>
        <a:xfrm rot="8100000">
          <a:off x="4639103" y="2496021"/>
          <a:ext cx="345848" cy="4387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4727663" y="2547084"/>
        <a:ext cx="242094" cy="263237"/>
      </dsp:txXfrm>
    </dsp:sp>
    <dsp:sp modelId="{0E33CC02-875A-A448-A8BA-35B00DF6CE28}">
      <dsp:nvSpPr>
        <dsp:cNvPr id="0" name=""/>
        <dsp:cNvSpPr/>
      </dsp:nvSpPr>
      <dsp:spPr>
        <a:xfrm>
          <a:off x="3464829" y="2762644"/>
          <a:ext cx="1299939" cy="12999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/>
            <a:t>Check</a:t>
          </a:r>
          <a:endParaRPr lang="en-US" sz="2700" kern="1200" dirty="0"/>
        </a:p>
      </dsp:txBody>
      <dsp:txXfrm>
        <a:off x="3655201" y="2953016"/>
        <a:ext cx="919195" cy="919195"/>
      </dsp:txXfrm>
    </dsp:sp>
    <dsp:sp modelId="{AA8C9816-3D28-154F-B320-DFF909BFAAA6}">
      <dsp:nvSpPr>
        <dsp:cNvPr id="0" name=""/>
        <dsp:cNvSpPr/>
      </dsp:nvSpPr>
      <dsp:spPr>
        <a:xfrm rot="13500000">
          <a:off x="3258489" y="2509863"/>
          <a:ext cx="345848" cy="4387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3347049" y="2634292"/>
        <a:ext cx="242094" cy="263237"/>
      </dsp:txXfrm>
    </dsp:sp>
    <dsp:sp modelId="{74F11D4E-4738-9944-9952-4D6263BFB957}">
      <dsp:nvSpPr>
        <dsp:cNvPr id="0" name=""/>
        <dsp:cNvSpPr/>
      </dsp:nvSpPr>
      <dsp:spPr>
        <a:xfrm>
          <a:off x="2084215" y="1382030"/>
          <a:ext cx="1299939" cy="12999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 dirty="0"/>
            <a:t>Act</a:t>
          </a:r>
          <a:endParaRPr lang="en-US" sz="2700" kern="1200" dirty="0"/>
        </a:p>
      </dsp:txBody>
      <dsp:txXfrm>
        <a:off x="2274587" y="1572402"/>
        <a:ext cx="919195" cy="919195"/>
      </dsp:txXfrm>
    </dsp:sp>
    <dsp:sp modelId="{BD35618E-1ECC-9249-8563-DF3E3261C7DA}">
      <dsp:nvSpPr>
        <dsp:cNvPr id="0" name=""/>
        <dsp:cNvSpPr/>
      </dsp:nvSpPr>
      <dsp:spPr>
        <a:xfrm rot="18900000">
          <a:off x="3244646" y="1129249"/>
          <a:ext cx="345848" cy="4387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259840" y="1253678"/>
        <a:ext cx="242094" cy="2632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95023-3D7D-8D41-A114-E6AD7778BAE4}">
      <dsp:nvSpPr>
        <dsp:cNvPr id="0" name=""/>
        <dsp:cNvSpPr/>
      </dsp:nvSpPr>
      <dsp:spPr>
        <a:xfrm>
          <a:off x="2895599" y="50800"/>
          <a:ext cx="2438400" cy="24384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kern="1200" dirty="0"/>
            <a:t>Group 1</a:t>
          </a:r>
          <a:endParaRPr lang="en-US" sz="4300" kern="1200" dirty="0"/>
        </a:p>
      </dsp:txBody>
      <dsp:txXfrm>
        <a:off x="3220719" y="477520"/>
        <a:ext cx="1788160" cy="1097280"/>
      </dsp:txXfrm>
    </dsp:sp>
    <dsp:sp modelId="{CCD53603-4B7F-934D-8872-877FB61D3EBC}">
      <dsp:nvSpPr>
        <dsp:cNvPr id="0" name=""/>
        <dsp:cNvSpPr/>
      </dsp:nvSpPr>
      <dsp:spPr>
        <a:xfrm>
          <a:off x="3775455" y="1574800"/>
          <a:ext cx="2438400" cy="24384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kern="1200" dirty="0"/>
            <a:t>Group 2</a:t>
          </a:r>
          <a:endParaRPr lang="en-US" sz="4300" kern="1200" dirty="0"/>
        </a:p>
      </dsp:txBody>
      <dsp:txXfrm>
        <a:off x="4521199" y="2204720"/>
        <a:ext cx="1463040" cy="1341120"/>
      </dsp:txXfrm>
    </dsp:sp>
    <dsp:sp modelId="{0A08B624-A65A-FD40-B2CD-0E9A9A2B0816}">
      <dsp:nvSpPr>
        <dsp:cNvPr id="0" name=""/>
        <dsp:cNvSpPr/>
      </dsp:nvSpPr>
      <dsp:spPr>
        <a:xfrm>
          <a:off x="2015743" y="1574800"/>
          <a:ext cx="2438400" cy="24384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0" kern="1200" dirty="0"/>
            <a:t>Group 3</a:t>
          </a:r>
          <a:endParaRPr lang="en-US" sz="4300" kern="1200" dirty="0"/>
        </a:p>
      </dsp:txBody>
      <dsp:txXfrm>
        <a:off x="2245359" y="2204720"/>
        <a:ext cx="1463040" cy="1341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27949-9FC2-5041-AB65-9FFAB97E6C7E}">
      <dsp:nvSpPr>
        <dsp:cNvPr id="0" name=""/>
        <dsp:cNvSpPr/>
      </dsp:nvSpPr>
      <dsp:spPr>
        <a:xfrm>
          <a:off x="7233" y="1614418"/>
          <a:ext cx="2161877" cy="1297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Node 1</a:t>
          </a:r>
        </a:p>
      </dsp:txBody>
      <dsp:txXfrm>
        <a:off x="45225" y="1652410"/>
        <a:ext cx="2085893" cy="1221142"/>
      </dsp:txXfrm>
    </dsp:sp>
    <dsp:sp modelId="{F94037A6-4244-0046-B398-A0EC09EA32DE}">
      <dsp:nvSpPr>
        <dsp:cNvPr id="0" name=""/>
        <dsp:cNvSpPr/>
      </dsp:nvSpPr>
      <dsp:spPr>
        <a:xfrm>
          <a:off x="2385298" y="1994908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385298" y="2102137"/>
        <a:ext cx="320822" cy="321687"/>
      </dsp:txXfrm>
    </dsp:sp>
    <dsp:sp modelId="{C68AD0F1-1A5C-D641-82C1-C52F9B5BE3C5}">
      <dsp:nvSpPr>
        <dsp:cNvPr id="0" name=""/>
        <dsp:cNvSpPr/>
      </dsp:nvSpPr>
      <dsp:spPr>
        <a:xfrm>
          <a:off x="3033861" y="1614418"/>
          <a:ext cx="2161877" cy="1297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Node 2</a:t>
          </a:r>
        </a:p>
      </dsp:txBody>
      <dsp:txXfrm>
        <a:off x="3071853" y="1652410"/>
        <a:ext cx="2085893" cy="1221142"/>
      </dsp:txXfrm>
    </dsp:sp>
    <dsp:sp modelId="{CA81A780-E8FE-2E42-B937-75A66A2DA4B8}">
      <dsp:nvSpPr>
        <dsp:cNvPr id="0" name=""/>
        <dsp:cNvSpPr/>
      </dsp:nvSpPr>
      <dsp:spPr>
        <a:xfrm>
          <a:off x="5411926" y="1994908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411926" y="2102137"/>
        <a:ext cx="320822" cy="321687"/>
      </dsp:txXfrm>
    </dsp:sp>
    <dsp:sp modelId="{A6D755CF-CB8E-8B4B-B411-E01328D5CCCD}">
      <dsp:nvSpPr>
        <dsp:cNvPr id="0" name=""/>
        <dsp:cNvSpPr/>
      </dsp:nvSpPr>
      <dsp:spPr>
        <a:xfrm>
          <a:off x="6060489" y="1614418"/>
          <a:ext cx="2161877" cy="12971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Node 3</a:t>
          </a:r>
        </a:p>
      </dsp:txBody>
      <dsp:txXfrm>
        <a:off x="6098481" y="1652410"/>
        <a:ext cx="2085893" cy="12211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0B50F1-9386-5644-BD18-9D59DDE36696}">
      <dsp:nvSpPr>
        <dsp:cNvPr id="0" name=""/>
        <dsp:cNvSpPr/>
      </dsp:nvSpPr>
      <dsp:spPr>
        <a:xfrm>
          <a:off x="4114800" y="1872170"/>
          <a:ext cx="2251813" cy="7816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0810"/>
              </a:lnTo>
              <a:lnTo>
                <a:pt x="2251813" y="390810"/>
              </a:lnTo>
              <a:lnTo>
                <a:pt x="2251813" y="78162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237125-5DD7-094D-BBA2-977EF0251857}">
      <dsp:nvSpPr>
        <dsp:cNvPr id="0" name=""/>
        <dsp:cNvSpPr/>
      </dsp:nvSpPr>
      <dsp:spPr>
        <a:xfrm>
          <a:off x="1862986" y="1872170"/>
          <a:ext cx="2251813" cy="781621"/>
        </a:xfrm>
        <a:custGeom>
          <a:avLst/>
          <a:gdLst/>
          <a:ahLst/>
          <a:cxnLst/>
          <a:rect l="0" t="0" r="0" b="0"/>
          <a:pathLst>
            <a:path>
              <a:moveTo>
                <a:pt x="2251813" y="0"/>
              </a:moveTo>
              <a:lnTo>
                <a:pt x="2251813" y="390810"/>
              </a:lnTo>
              <a:lnTo>
                <a:pt x="0" y="390810"/>
              </a:lnTo>
              <a:lnTo>
                <a:pt x="0" y="78162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CD02C6-F2A3-ED47-BD1A-F1351BCC9F50}">
      <dsp:nvSpPr>
        <dsp:cNvPr id="0" name=""/>
        <dsp:cNvSpPr/>
      </dsp:nvSpPr>
      <dsp:spPr>
        <a:xfrm>
          <a:off x="2253797" y="11168"/>
          <a:ext cx="3722005" cy="1861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465" tIns="37465" rIns="37465" bIns="37465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 dirty="0"/>
            <a:t>CEO</a:t>
          </a:r>
        </a:p>
      </dsp:txBody>
      <dsp:txXfrm>
        <a:off x="2253797" y="11168"/>
        <a:ext cx="3722005" cy="1861002"/>
      </dsp:txXfrm>
    </dsp:sp>
    <dsp:sp modelId="{03B704C9-4F4F-3642-9479-A428DA626CDA}">
      <dsp:nvSpPr>
        <dsp:cNvPr id="0" name=""/>
        <dsp:cNvSpPr/>
      </dsp:nvSpPr>
      <dsp:spPr>
        <a:xfrm>
          <a:off x="1984" y="2653792"/>
          <a:ext cx="3722005" cy="1861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465" tIns="37465" rIns="37465" bIns="37465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 dirty="0"/>
            <a:t>VP </a:t>
          </a:r>
          <a:r>
            <a:rPr lang="en-US" sz="5900" b="0" kern="1200" dirty="0"/>
            <a:t>Sales</a:t>
          </a:r>
          <a:endParaRPr lang="en-US" sz="5900" kern="1200" dirty="0"/>
        </a:p>
      </dsp:txBody>
      <dsp:txXfrm>
        <a:off x="1984" y="2653792"/>
        <a:ext cx="3722005" cy="1861002"/>
      </dsp:txXfrm>
    </dsp:sp>
    <dsp:sp modelId="{DAA50DF5-BF14-E244-8CA9-084D4FCFCBC8}">
      <dsp:nvSpPr>
        <dsp:cNvPr id="0" name=""/>
        <dsp:cNvSpPr/>
      </dsp:nvSpPr>
      <dsp:spPr>
        <a:xfrm>
          <a:off x="4505610" y="2653792"/>
          <a:ext cx="3722005" cy="1861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465" tIns="37465" rIns="37465" bIns="37465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 dirty="0"/>
            <a:t>VP </a:t>
          </a:r>
          <a:r>
            <a:rPr lang="en-US" sz="5900" b="0" kern="1200" dirty="0"/>
            <a:t>Engineering</a:t>
          </a:r>
          <a:endParaRPr lang="en-US" sz="5900" kern="1200" dirty="0"/>
        </a:p>
      </dsp:txBody>
      <dsp:txXfrm>
        <a:off x="4505610" y="2653792"/>
        <a:ext cx="3722005" cy="18610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4170D-A91E-2C42-AA20-BBB2A7C60634}">
      <dsp:nvSpPr>
        <dsp:cNvPr id="0" name=""/>
        <dsp:cNvSpPr/>
      </dsp:nvSpPr>
      <dsp:spPr>
        <a:xfrm>
          <a:off x="3390490" y="1712"/>
          <a:ext cx="1448618" cy="14486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Plan</a:t>
          </a:r>
        </a:p>
      </dsp:txBody>
      <dsp:txXfrm>
        <a:off x="3602635" y="213857"/>
        <a:ext cx="1024328" cy="1024328"/>
      </dsp:txXfrm>
    </dsp:sp>
    <dsp:sp modelId="{6185B389-10BE-4445-A6BC-99769F1AA79D}">
      <dsp:nvSpPr>
        <dsp:cNvPr id="0" name=""/>
        <dsp:cNvSpPr/>
      </dsp:nvSpPr>
      <dsp:spPr>
        <a:xfrm rot="2700000">
          <a:off x="4683473" y="1242357"/>
          <a:ext cx="384234" cy="488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4700354" y="1299385"/>
        <a:ext cx="268964" cy="293344"/>
      </dsp:txXfrm>
    </dsp:sp>
    <dsp:sp modelId="{9349A50A-D833-B443-8A24-62BDCB20EE5C}">
      <dsp:nvSpPr>
        <dsp:cNvPr id="0" name=""/>
        <dsp:cNvSpPr/>
      </dsp:nvSpPr>
      <dsp:spPr>
        <a:xfrm>
          <a:off x="4927450" y="1538672"/>
          <a:ext cx="1448618" cy="14486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Do</a:t>
          </a:r>
        </a:p>
      </dsp:txBody>
      <dsp:txXfrm>
        <a:off x="5139595" y="1750817"/>
        <a:ext cx="1024328" cy="1024328"/>
      </dsp:txXfrm>
    </dsp:sp>
    <dsp:sp modelId="{9B6F99A9-6880-204A-B408-8AAA029A33DC}">
      <dsp:nvSpPr>
        <dsp:cNvPr id="0" name=""/>
        <dsp:cNvSpPr/>
      </dsp:nvSpPr>
      <dsp:spPr>
        <a:xfrm rot="8100000">
          <a:off x="4698852" y="2779317"/>
          <a:ext cx="384234" cy="488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4797241" y="2836345"/>
        <a:ext cx="268964" cy="293344"/>
      </dsp:txXfrm>
    </dsp:sp>
    <dsp:sp modelId="{2B12B94C-8019-2F4C-AA5F-DE9247ABABB5}">
      <dsp:nvSpPr>
        <dsp:cNvPr id="0" name=""/>
        <dsp:cNvSpPr/>
      </dsp:nvSpPr>
      <dsp:spPr>
        <a:xfrm>
          <a:off x="3390490" y="3075632"/>
          <a:ext cx="1448618" cy="14486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Check</a:t>
          </a:r>
        </a:p>
      </dsp:txBody>
      <dsp:txXfrm>
        <a:off x="3602635" y="3287777"/>
        <a:ext cx="1024328" cy="1024328"/>
      </dsp:txXfrm>
    </dsp:sp>
    <dsp:sp modelId="{3E2E4275-9102-1543-BCE5-A3177C31086D}">
      <dsp:nvSpPr>
        <dsp:cNvPr id="0" name=""/>
        <dsp:cNvSpPr/>
      </dsp:nvSpPr>
      <dsp:spPr>
        <a:xfrm rot="13500000">
          <a:off x="3161892" y="2794696"/>
          <a:ext cx="384234" cy="488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 rot="10800000">
        <a:off x="3260281" y="2933232"/>
        <a:ext cx="268964" cy="293344"/>
      </dsp:txXfrm>
    </dsp:sp>
    <dsp:sp modelId="{C248569F-DFEB-2640-83C9-776D5777F62B}">
      <dsp:nvSpPr>
        <dsp:cNvPr id="0" name=""/>
        <dsp:cNvSpPr/>
      </dsp:nvSpPr>
      <dsp:spPr>
        <a:xfrm>
          <a:off x="1853530" y="1538672"/>
          <a:ext cx="1448618" cy="144861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Act</a:t>
          </a:r>
        </a:p>
      </dsp:txBody>
      <dsp:txXfrm>
        <a:off x="2065675" y="1750817"/>
        <a:ext cx="1024328" cy="1024328"/>
      </dsp:txXfrm>
    </dsp:sp>
    <dsp:sp modelId="{C19013D0-F381-4942-95DA-0D0C0701EC86}">
      <dsp:nvSpPr>
        <dsp:cNvPr id="0" name=""/>
        <dsp:cNvSpPr/>
      </dsp:nvSpPr>
      <dsp:spPr>
        <a:xfrm rot="18900000">
          <a:off x="3146513" y="1257736"/>
          <a:ext cx="384234" cy="488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163394" y="1396272"/>
        <a:ext cx="268964" cy="2933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2C732-7041-4447-8E4E-307820493B0D}">
      <dsp:nvSpPr>
        <dsp:cNvPr id="0" name=""/>
        <dsp:cNvSpPr/>
      </dsp:nvSpPr>
      <dsp:spPr>
        <a:xfrm>
          <a:off x="2757011" y="56574"/>
          <a:ext cx="2715577" cy="271557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kern="1200" dirty="0"/>
            <a:t>Group 1</a:t>
          </a:r>
          <a:endParaRPr lang="en-US" sz="4700" kern="1200" dirty="0"/>
        </a:p>
      </dsp:txBody>
      <dsp:txXfrm>
        <a:off x="3119088" y="531800"/>
        <a:ext cx="1991423" cy="1222010"/>
      </dsp:txXfrm>
    </dsp:sp>
    <dsp:sp modelId="{38FE240F-91A2-2B4C-A97B-47B716E25FA9}">
      <dsp:nvSpPr>
        <dsp:cNvPr id="0" name=""/>
        <dsp:cNvSpPr/>
      </dsp:nvSpPr>
      <dsp:spPr>
        <a:xfrm>
          <a:off x="3736882" y="1753810"/>
          <a:ext cx="2715577" cy="271557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kern="1200" dirty="0"/>
            <a:t>Group 2</a:t>
          </a:r>
          <a:endParaRPr lang="en-US" sz="4700" kern="1200" dirty="0"/>
        </a:p>
      </dsp:txBody>
      <dsp:txXfrm>
        <a:off x="4567396" y="2455334"/>
        <a:ext cx="1629346" cy="1493567"/>
      </dsp:txXfrm>
    </dsp:sp>
    <dsp:sp modelId="{B3761265-A8EF-D247-AB1C-3F3F4B45EB4B}">
      <dsp:nvSpPr>
        <dsp:cNvPr id="0" name=""/>
        <dsp:cNvSpPr/>
      </dsp:nvSpPr>
      <dsp:spPr>
        <a:xfrm>
          <a:off x="1777140" y="1753810"/>
          <a:ext cx="2715577" cy="271557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kern="1200" dirty="0"/>
            <a:t>Group 3</a:t>
          </a:r>
          <a:endParaRPr lang="en-US" sz="4700" kern="1200" dirty="0"/>
        </a:p>
      </dsp:txBody>
      <dsp:txXfrm>
        <a:off x="2032857" y="2455334"/>
        <a:ext cx="1629346" cy="14935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980A-703D-6431-C3F5-46B98D13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46BAD-F2C1-9597-F6B2-E86C43BB8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513A4-5100-F9E3-CA99-03891127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D1DD4-C9C9-B986-C620-CE7149FED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449799B2-0878-16AE-1B28-BC5404DECA0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353929063"/>
              </p:ext>
            </p:extLst>
          </p:nvPr>
        </p:nvGraphicFramePr>
        <p:xfrm>
          <a:off x="457201" y="1854994"/>
          <a:ext cx="8229599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83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rarc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AE15-BEDC-D00B-7A2E-0E2C42BF8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6A451-61A5-4D6D-F66E-524BDC97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701B8E-18D7-1435-6B8C-14A3DF13B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ADC3F-5728-2181-98D1-CCF654E1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5682F7D-FAE3-EA26-CE3C-AB64F2BD039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489994287"/>
              </p:ext>
            </p:extLst>
          </p:nvPr>
        </p:nvGraphicFramePr>
        <p:xfrm>
          <a:off x="457201" y="1854994"/>
          <a:ext cx="8229599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2932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779B-47B8-CCC8-85B9-8489D598B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8F2C7-00A0-CE2B-59D5-6DF3CF94F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BE8A35-8CC6-E6A8-7CF1-8081D08F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2BFBF-C0A9-671D-7B93-BB949176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BC23A92-A689-48AF-170C-945B4083F42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119689792"/>
              </p:ext>
            </p:extLst>
          </p:nvPr>
        </p:nvGraphicFramePr>
        <p:xfrm>
          <a:off x="457200" y="1854994"/>
          <a:ext cx="8229599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623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ionsh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02A3-6596-784E-273F-7F801E12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1FE7B-35C3-4C08-B392-C03239DDF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E1B047-BCCB-A355-F7DA-EB586B26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4F6F0-3A52-0123-8EF7-72FE1447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E01BE3F-976F-3CBD-F8C4-478AD71D982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638451023"/>
              </p:ext>
            </p:extLst>
          </p:nvPr>
        </p:nvGraphicFramePr>
        <p:xfrm>
          <a:off x="457201" y="1854994"/>
          <a:ext cx="8229599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6927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58" r:id="rId14"/>
    <p:sldLayoutId id="2147483659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191875D-07A4-CBE0-6B11-BA0AC9B2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JP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7299657-5EED-D5DE-01E9-919980C7FC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914369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Process Flow Test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F16-BF16-B5F4-E2E1-F6940E48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JP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D1C1E88-DD51-C2C8-FD74-0E7F4BD0A0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884830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Hierarchy Test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D336-627A-BAA1-77F8-8FB49F82B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JP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284A892-F474-F538-3050-F07BD25F4C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722402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Cycle Test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850E-37CF-6904-52D0-98C94553F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JP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823F74F-557C-78D4-83D2-07C14E9C60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585266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Relationship Test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34</Words>
  <Application>Microsoft Macintosh PowerPoint</Application>
  <PresentationFormat>On-screen Show (4:3)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Kazuyuki Fukuda</cp:lastModifiedBy>
  <cp:revision>4</cp:revision>
  <dcterms:created xsi:type="dcterms:W3CDTF">2013-01-27T09:14:16Z</dcterms:created>
  <dcterms:modified xsi:type="dcterms:W3CDTF">2026-04-12T04:31:43Z</dcterms:modified>
  <cp:category/>
</cp:coreProperties>
</file>